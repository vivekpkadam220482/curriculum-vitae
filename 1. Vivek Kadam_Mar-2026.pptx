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C4FF"/>
    <a:srgbClr val="A50021"/>
    <a:srgbClr val="820000"/>
    <a:srgbClr val="9A0000"/>
    <a:srgbClr val="5D93FF"/>
    <a:srgbClr val="344E48"/>
    <a:srgbClr val="7A0000"/>
    <a:srgbClr val="19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CD2891-474F-459A-B280-B52474F139BE}" v="187" dt="2026-02-17T16:05:06.5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482" autoAdjust="0"/>
    <p:restoredTop sz="94660"/>
  </p:normalViewPr>
  <p:slideViewPr>
    <p:cSldViewPr snapToGrid="0">
      <p:cViewPr>
        <p:scale>
          <a:sx n="75" d="100"/>
          <a:sy n="75" d="100"/>
        </p:scale>
        <p:origin x="2484" y="-800"/>
      </p:cViewPr>
      <p:guideLst>
        <p:guide orient="horz" pos="3120"/>
        <p:guide pos="2160"/>
      </p:guideLst>
    </p:cSldViewPr>
  </p:slideViewPr>
  <p:notesTextViewPr>
    <p:cViewPr>
      <p:scale>
        <a:sx n="1" d="1"/>
        <a:sy n="1" d="1"/>
      </p:scale>
      <p:origin x="0" y="0"/>
    </p:cViewPr>
  </p:notesTextViewPr>
  <p:sorterViewPr>
    <p:cViewPr>
      <p:scale>
        <a:sx n="55" d="100"/>
        <a:sy n="55" d="100"/>
      </p:scale>
      <p:origin x="0" y="0"/>
    </p:cViewPr>
  </p:sorter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dam, Vivek (Cognizant)" userId="7b17e59d-64e0-4b48-8b9c-da65953089bc" providerId="ADAL" clId="{EE12E783-357B-46E6-944F-098779C11534}"/>
    <pc:docChg chg="undo redo custSel addSld delSld modSld">
      <pc:chgData name="Kadam, Vivek (Cognizant)" userId="7b17e59d-64e0-4b48-8b9c-da65953089bc" providerId="ADAL" clId="{EE12E783-357B-46E6-944F-098779C11534}" dt="2026-02-17T16:05:31.502" v="6097" actId="1035"/>
      <pc:docMkLst>
        <pc:docMk/>
      </pc:docMkLst>
      <pc:sldChg chg="addSp delSp modSp mod">
        <pc:chgData name="Kadam, Vivek (Cognizant)" userId="7b17e59d-64e0-4b48-8b9c-da65953089bc" providerId="ADAL" clId="{EE12E783-357B-46E6-944F-098779C11534}" dt="2026-02-17T16:05:31.502" v="6097" actId="1035"/>
        <pc:sldMkLst>
          <pc:docMk/>
          <pc:sldMk cId="1344932474" sldId="256"/>
        </pc:sldMkLst>
        <pc:spChg chg="add del mod">
          <ac:chgData name="Kadam, Vivek (Cognizant)" userId="7b17e59d-64e0-4b48-8b9c-da65953089bc" providerId="ADAL" clId="{EE12E783-357B-46E6-944F-098779C11534}" dt="2026-02-16T09:53:47.230" v="3088" actId="478"/>
          <ac:spMkLst>
            <pc:docMk/>
            <pc:sldMk cId="1344932474" sldId="256"/>
            <ac:spMk id="5" creationId="{1F81C76A-DC4A-6038-9FB7-1A05A5CFF257}"/>
          </ac:spMkLst>
        </pc:spChg>
        <pc:spChg chg="mod">
          <ac:chgData name="Kadam, Vivek (Cognizant)" userId="7b17e59d-64e0-4b48-8b9c-da65953089bc" providerId="ADAL" clId="{EE12E783-357B-46E6-944F-098779C11534}" dt="2026-02-17T14:15:06.461" v="4883"/>
          <ac:spMkLst>
            <pc:docMk/>
            <pc:sldMk cId="1344932474" sldId="256"/>
            <ac:spMk id="8" creationId="{6D1DB158-2B6D-2B7A-D0F7-E251DAF190BA}"/>
          </ac:spMkLst>
        </pc:spChg>
        <pc:spChg chg="mod">
          <ac:chgData name="Kadam, Vivek (Cognizant)" userId="7b17e59d-64e0-4b48-8b9c-da65953089bc" providerId="ADAL" clId="{EE12E783-357B-46E6-944F-098779C11534}" dt="2026-02-17T14:15:06.461" v="4883"/>
          <ac:spMkLst>
            <pc:docMk/>
            <pc:sldMk cId="1344932474" sldId="256"/>
            <ac:spMk id="9" creationId="{0BD6CEF6-CFCB-C87D-B8E4-007ACE6ECFBE}"/>
          </ac:spMkLst>
        </pc:spChg>
        <pc:spChg chg="add mod">
          <ac:chgData name="Kadam, Vivek (Cognizant)" userId="7b17e59d-64e0-4b48-8b9c-da65953089bc" providerId="ADAL" clId="{EE12E783-357B-46E6-944F-098779C11534}" dt="2026-02-16T09:51:23.321" v="3033"/>
          <ac:spMkLst>
            <pc:docMk/>
            <pc:sldMk cId="1344932474" sldId="256"/>
            <ac:spMk id="9" creationId="{E8806A60-C6F4-CE42-4D64-3304EC17809B}"/>
          </ac:spMkLst>
        </pc:spChg>
        <pc:spChg chg="mod">
          <ac:chgData name="Kadam, Vivek (Cognizant)" userId="7b17e59d-64e0-4b48-8b9c-da65953089bc" providerId="ADAL" clId="{EE12E783-357B-46E6-944F-098779C11534}" dt="2026-02-17T14:15:06.461" v="4883"/>
          <ac:spMkLst>
            <pc:docMk/>
            <pc:sldMk cId="1344932474" sldId="256"/>
            <ac:spMk id="10" creationId="{8EE2BAA6-30E0-FAEF-3126-07C53EF3C125}"/>
          </ac:spMkLst>
        </pc:spChg>
        <pc:spChg chg="add del mod">
          <ac:chgData name="Kadam, Vivek (Cognizant)" userId="7b17e59d-64e0-4b48-8b9c-da65953089bc" providerId="ADAL" clId="{EE12E783-357B-46E6-944F-098779C11534}" dt="2026-02-16T09:45:02.763" v="2764" actId="478"/>
          <ac:spMkLst>
            <pc:docMk/>
            <pc:sldMk cId="1344932474" sldId="256"/>
            <ac:spMk id="10" creationId="{E34B9D7A-34E0-F919-D76A-38285092B19D}"/>
          </ac:spMkLst>
        </pc:spChg>
        <pc:spChg chg="add mod">
          <ac:chgData name="Kadam, Vivek (Cognizant)" userId="7b17e59d-64e0-4b48-8b9c-da65953089bc" providerId="ADAL" clId="{EE12E783-357B-46E6-944F-098779C11534}" dt="2026-02-16T09:53:19.528" v="3080" actId="1076"/>
          <ac:spMkLst>
            <pc:docMk/>
            <pc:sldMk cId="1344932474" sldId="256"/>
            <ac:spMk id="11" creationId="{2A4795A0-74F7-6DA8-9C5C-4EF1EF6FFF5C}"/>
          </ac:spMkLst>
        </pc:spChg>
        <pc:spChg chg="add del mod topLvl">
          <ac:chgData name="Kadam, Vivek (Cognizant)" userId="7b17e59d-64e0-4b48-8b9c-da65953089bc" providerId="ADAL" clId="{EE12E783-357B-46E6-944F-098779C11534}" dt="2026-02-17T15:41:31.680" v="5504" actId="478"/>
          <ac:spMkLst>
            <pc:docMk/>
            <pc:sldMk cId="1344932474" sldId="256"/>
            <ac:spMk id="11" creationId="{B1C0D43B-4636-3B4C-41FC-76A23DACF86D}"/>
          </ac:spMkLst>
        </pc:spChg>
        <pc:spChg chg="mod">
          <ac:chgData name="Kadam, Vivek (Cognizant)" userId="7b17e59d-64e0-4b48-8b9c-da65953089bc" providerId="ADAL" clId="{EE12E783-357B-46E6-944F-098779C11534}" dt="2026-02-17T15:53:33.517" v="5824" actId="207"/>
          <ac:spMkLst>
            <pc:docMk/>
            <pc:sldMk cId="1344932474" sldId="256"/>
            <ac:spMk id="12" creationId="{9B057263-489E-4708-814B-393E8D971E83}"/>
          </ac:spMkLst>
        </pc:spChg>
        <pc:spChg chg="add del mod">
          <ac:chgData name="Kadam, Vivek (Cognizant)" userId="7b17e59d-64e0-4b48-8b9c-da65953089bc" providerId="ADAL" clId="{EE12E783-357B-46E6-944F-098779C11534}" dt="2026-02-16T09:45:03.811" v="2765" actId="478"/>
          <ac:spMkLst>
            <pc:docMk/>
            <pc:sldMk cId="1344932474" sldId="256"/>
            <ac:spMk id="13" creationId="{0A451BF5-56B2-77FF-A63A-70071A01C4CA}"/>
          </ac:spMkLst>
        </pc:spChg>
        <pc:spChg chg="add del mod topLvl">
          <ac:chgData name="Kadam, Vivek (Cognizant)" userId="7b17e59d-64e0-4b48-8b9c-da65953089bc" providerId="ADAL" clId="{EE12E783-357B-46E6-944F-098779C11534}" dt="2026-02-17T15:41:37.363" v="5507" actId="478"/>
          <ac:spMkLst>
            <pc:docMk/>
            <pc:sldMk cId="1344932474" sldId="256"/>
            <ac:spMk id="13" creationId="{EF758F0F-7F34-9EA6-8C57-62B44D0FE52D}"/>
          </ac:spMkLst>
        </pc:spChg>
        <pc:spChg chg="add del mod topLvl">
          <ac:chgData name="Kadam, Vivek (Cognizant)" userId="7b17e59d-64e0-4b48-8b9c-da65953089bc" providerId="ADAL" clId="{EE12E783-357B-46E6-944F-098779C11534}" dt="2026-02-17T15:41:33.690" v="5505" actId="478"/>
          <ac:spMkLst>
            <pc:docMk/>
            <pc:sldMk cId="1344932474" sldId="256"/>
            <ac:spMk id="14" creationId="{A92DFA13-6A0B-422C-359E-556079DFFE15}"/>
          </ac:spMkLst>
        </pc:spChg>
        <pc:spChg chg="add del mod">
          <ac:chgData name="Kadam, Vivek (Cognizant)" userId="7b17e59d-64e0-4b48-8b9c-da65953089bc" providerId="ADAL" clId="{EE12E783-357B-46E6-944F-098779C11534}" dt="2026-02-16T09:45:04.586" v="2766" actId="478"/>
          <ac:spMkLst>
            <pc:docMk/>
            <pc:sldMk cId="1344932474" sldId="256"/>
            <ac:spMk id="14" creationId="{E1173E75-B22B-B183-5AF4-3984D181C5C3}"/>
          </ac:spMkLst>
        </pc:spChg>
        <pc:spChg chg="del">
          <ac:chgData name="Kadam, Vivek (Cognizant)" userId="7b17e59d-64e0-4b48-8b9c-da65953089bc" providerId="ADAL" clId="{EE12E783-357B-46E6-944F-098779C11534}" dt="2026-02-16T09:50:55.358" v="3025" actId="478"/>
          <ac:spMkLst>
            <pc:docMk/>
            <pc:sldMk cId="1344932474" sldId="256"/>
            <ac:spMk id="15" creationId="{2B20051D-6237-4B5B-8F7E-7DA578987B4E}"/>
          </ac:spMkLst>
        </pc:spChg>
        <pc:spChg chg="add del mod topLvl">
          <ac:chgData name="Kadam, Vivek (Cognizant)" userId="7b17e59d-64e0-4b48-8b9c-da65953089bc" providerId="ADAL" clId="{EE12E783-357B-46E6-944F-098779C11534}" dt="2026-02-17T15:41:38.999" v="5508" actId="478"/>
          <ac:spMkLst>
            <pc:docMk/>
            <pc:sldMk cId="1344932474" sldId="256"/>
            <ac:spMk id="15" creationId="{6F49C4D2-20F4-FE04-134F-04F2E2211EF8}"/>
          </ac:spMkLst>
        </pc:spChg>
        <pc:spChg chg="del">
          <ac:chgData name="Kadam, Vivek (Cognizant)" userId="7b17e59d-64e0-4b48-8b9c-da65953089bc" providerId="ADAL" clId="{EE12E783-357B-46E6-944F-098779C11534}" dt="2026-02-16T09:51:08.486" v="3030" actId="478"/>
          <ac:spMkLst>
            <pc:docMk/>
            <pc:sldMk cId="1344932474" sldId="256"/>
            <ac:spMk id="16" creationId="{04235B24-D812-49B2-9BDC-426DB2289951}"/>
          </ac:spMkLst>
        </pc:spChg>
        <pc:spChg chg="add del mod topLvl">
          <ac:chgData name="Kadam, Vivek (Cognizant)" userId="7b17e59d-64e0-4b48-8b9c-da65953089bc" providerId="ADAL" clId="{EE12E783-357B-46E6-944F-098779C11534}" dt="2026-02-17T15:41:35.350" v="5506" actId="478"/>
          <ac:spMkLst>
            <pc:docMk/>
            <pc:sldMk cId="1344932474" sldId="256"/>
            <ac:spMk id="16" creationId="{B3DDBCE1-2CFB-602A-672E-C2F0D72A8F20}"/>
          </ac:spMkLst>
        </pc:spChg>
        <pc:spChg chg="add del mod topLvl">
          <ac:chgData name="Kadam, Vivek (Cognizant)" userId="7b17e59d-64e0-4b48-8b9c-da65953089bc" providerId="ADAL" clId="{EE12E783-357B-46E6-944F-098779C11534}" dt="2026-02-17T15:41:41.110" v="5509" actId="478"/>
          <ac:spMkLst>
            <pc:docMk/>
            <pc:sldMk cId="1344932474" sldId="256"/>
            <ac:spMk id="17" creationId="{9E2CEB7D-9CCD-8FB4-AA88-6311DA05219C}"/>
          </ac:spMkLst>
        </pc:spChg>
        <pc:spChg chg="del">
          <ac:chgData name="Kadam, Vivek (Cognizant)" userId="7b17e59d-64e0-4b48-8b9c-da65953089bc" providerId="ADAL" clId="{EE12E783-357B-46E6-944F-098779C11534}" dt="2026-02-16T09:50:57.807" v="3026" actId="478"/>
          <ac:spMkLst>
            <pc:docMk/>
            <pc:sldMk cId="1344932474" sldId="256"/>
            <ac:spMk id="17" creationId="{D5B88E8E-E538-4942-87FE-52C135E76C43}"/>
          </ac:spMkLst>
        </pc:spChg>
        <pc:spChg chg="del">
          <ac:chgData name="Kadam, Vivek (Cognizant)" userId="7b17e59d-64e0-4b48-8b9c-da65953089bc" providerId="ADAL" clId="{EE12E783-357B-46E6-944F-098779C11534}" dt="2026-02-16T09:51:05.887" v="3029" actId="478"/>
          <ac:spMkLst>
            <pc:docMk/>
            <pc:sldMk cId="1344932474" sldId="256"/>
            <ac:spMk id="18" creationId="{F2D29713-65FB-47FE-8B4D-F561D2F97753}"/>
          </ac:spMkLst>
        </pc:spChg>
        <pc:spChg chg="mod">
          <ac:chgData name="Kadam, Vivek (Cognizant)" userId="7b17e59d-64e0-4b48-8b9c-da65953089bc" providerId="ADAL" clId="{EE12E783-357B-46E6-944F-098779C11534}" dt="2026-02-17T16:05:23.913" v="6071" actId="20577"/>
          <ac:spMkLst>
            <pc:docMk/>
            <pc:sldMk cId="1344932474" sldId="256"/>
            <ac:spMk id="19" creationId="{A42C9406-3F08-C965-BF3D-CDA642FDB061}"/>
          </ac:spMkLst>
        </pc:spChg>
        <pc:spChg chg="mod">
          <ac:chgData name="Kadam, Vivek (Cognizant)" userId="7b17e59d-64e0-4b48-8b9c-da65953089bc" providerId="ADAL" clId="{EE12E783-357B-46E6-944F-098779C11534}" dt="2026-02-16T09:44:51.204" v="2758" actId="6549"/>
          <ac:spMkLst>
            <pc:docMk/>
            <pc:sldMk cId="1344932474" sldId="256"/>
            <ac:spMk id="20" creationId="{7591939C-63D1-7ACB-8BE7-27C387D11432}"/>
          </ac:spMkLst>
        </pc:spChg>
        <pc:spChg chg="add del">
          <ac:chgData name="Kadam, Vivek (Cognizant)" userId="7b17e59d-64e0-4b48-8b9c-da65953089bc" providerId="ADAL" clId="{EE12E783-357B-46E6-944F-098779C11534}" dt="2026-02-17T15:37:48.608" v="5486" actId="22"/>
          <ac:spMkLst>
            <pc:docMk/>
            <pc:sldMk cId="1344932474" sldId="256"/>
            <ac:spMk id="21" creationId="{346DDEAD-B678-2C88-7185-A3C7D6A4BEE8}"/>
          </ac:spMkLst>
        </pc:spChg>
        <pc:spChg chg="mod">
          <ac:chgData name="Kadam, Vivek (Cognizant)" userId="7b17e59d-64e0-4b48-8b9c-da65953089bc" providerId="ADAL" clId="{EE12E783-357B-46E6-944F-098779C11534}" dt="2026-02-17T15:58:09.570" v="5953" actId="1038"/>
          <ac:spMkLst>
            <pc:docMk/>
            <pc:sldMk cId="1344932474" sldId="256"/>
            <ac:spMk id="22" creationId="{B4A477BD-8976-CC03-7CF4-9F3B59C85842}"/>
          </ac:spMkLst>
        </pc:spChg>
        <pc:spChg chg="add mod">
          <ac:chgData name="Kadam, Vivek (Cognizant)" userId="7b17e59d-64e0-4b48-8b9c-da65953089bc" providerId="ADAL" clId="{EE12E783-357B-46E6-944F-098779C11534}" dt="2026-02-17T15:58:36.034" v="5956" actId="12"/>
          <ac:spMkLst>
            <pc:docMk/>
            <pc:sldMk cId="1344932474" sldId="256"/>
            <ac:spMk id="23" creationId="{9FA26E52-2B94-55A8-5200-CF0694FC8A44}"/>
          </ac:spMkLst>
        </pc:spChg>
        <pc:spChg chg="add mod">
          <ac:chgData name="Kadam, Vivek (Cognizant)" userId="7b17e59d-64e0-4b48-8b9c-da65953089bc" providerId="ADAL" clId="{EE12E783-357B-46E6-944F-098779C11534}" dt="2026-02-17T15:57:37.987" v="5951" actId="1037"/>
          <ac:spMkLst>
            <pc:docMk/>
            <pc:sldMk cId="1344932474" sldId="256"/>
            <ac:spMk id="24" creationId="{705B0A1C-B877-57D9-D4F4-254A21969CF6}"/>
          </ac:spMkLst>
        </pc:spChg>
        <pc:spChg chg="add del mod">
          <ac:chgData name="Kadam, Vivek (Cognizant)" userId="7b17e59d-64e0-4b48-8b9c-da65953089bc" providerId="ADAL" clId="{EE12E783-357B-46E6-944F-098779C11534}" dt="2026-02-16T09:45:05.265" v="2767" actId="478"/>
          <ac:spMkLst>
            <pc:docMk/>
            <pc:sldMk cId="1344932474" sldId="256"/>
            <ac:spMk id="60" creationId="{BEC6926A-1E78-9EB6-944E-507C8FF7AF9D}"/>
          </ac:spMkLst>
        </pc:spChg>
        <pc:spChg chg="del">
          <ac:chgData name="Kadam, Vivek (Cognizant)" userId="7b17e59d-64e0-4b48-8b9c-da65953089bc" providerId="ADAL" clId="{EE12E783-357B-46E6-944F-098779C11534}" dt="2026-02-16T09:50:59.564" v="3027" actId="478"/>
          <ac:spMkLst>
            <pc:docMk/>
            <pc:sldMk cId="1344932474" sldId="256"/>
            <ac:spMk id="424" creationId="{606CC76A-F5B9-53B5-8C0B-9DDD34463174}"/>
          </ac:spMkLst>
        </pc:spChg>
        <pc:spChg chg="del">
          <ac:chgData name="Kadam, Vivek (Cognizant)" userId="7b17e59d-64e0-4b48-8b9c-da65953089bc" providerId="ADAL" clId="{EE12E783-357B-46E6-944F-098779C11534}" dt="2026-02-16T09:51:01.730" v="3028" actId="478"/>
          <ac:spMkLst>
            <pc:docMk/>
            <pc:sldMk cId="1344932474" sldId="256"/>
            <ac:spMk id="425" creationId="{867352F7-083A-C1A5-4918-DBB79EBD25F2}"/>
          </ac:spMkLst>
        </pc:spChg>
        <pc:spChg chg="mod">
          <ac:chgData name="Kadam, Vivek (Cognizant)" userId="7b17e59d-64e0-4b48-8b9c-da65953089bc" providerId="ADAL" clId="{EE12E783-357B-46E6-944F-098779C11534}" dt="2026-02-17T15:56:29.267" v="5908" actId="207"/>
          <ac:spMkLst>
            <pc:docMk/>
            <pc:sldMk cId="1344932474" sldId="256"/>
            <ac:spMk id="438" creationId="{6142F90B-34B0-811B-BAF4-8083B526EB3B}"/>
          </ac:spMkLst>
        </pc:spChg>
        <pc:spChg chg="mod">
          <ac:chgData name="Kadam, Vivek (Cognizant)" userId="7b17e59d-64e0-4b48-8b9c-da65953089bc" providerId="ADAL" clId="{EE12E783-357B-46E6-944F-098779C11534}" dt="2026-02-16T09:45:34.306" v="2768" actId="6549"/>
          <ac:spMkLst>
            <pc:docMk/>
            <pc:sldMk cId="1344932474" sldId="256"/>
            <ac:spMk id="616" creationId="{87B1F29D-F3D2-4767-B420-575A7F35164E}"/>
          </ac:spMkLst>
        </pc:spChg>
        <pc:spChg chg="mod">
          <ac:chgData name="Kadam, Vivek (Cognizant)" userId="7b17e59d-64e0-4b48-8b9c-da65953089bc" providerId="ADAL" clId="{EE12E783-357B-46E6-944F-098779C11534}" dt="2026-02-17T15:53:36.901" v="5825" actId="207"/>
          <ac:spMkLst>
            <pc:docMk/>
            <pc:sldMk cId="1344932474" sldId="256"/>
            <ac:spMk id="651" creationId="{4AF8B696-6102-CDBE-6367-B9E704913F96}"/>
          </ac:spMkLst>
        </pc:spChg>
        <pc:grpChg chg="mod">
          <ac:chgData name="Kadam, Vivek (Cognizant)" userId="7b17e59d-64e0-4b48-8b9c-da65953089bc" providerId="ADAL" clId="{EE12E783-357B-46E6-944F-098779C11534}" dt="2026-02-17T15:57:21.405" v="5923" actId="1035"/>
          <ac:grpSpMkLst>
            <pc:docMk/>
            <pc:sldMk cId="1344932474" sldId="256"/>
            <ac:grpSpMk id="2" creationId="{00B3F2C7-DE67-639D-506F-5F789B5C5F95}"/>
          </ac:grpSpMkLst>
        </pc:grpChg>
        <pc:grpChg chg="mod">
          <ac:chgData name="Kadam, Vivek (Cognizant)" userId="7b17e59d-64e0-4b48-8b9c-da65953089bc" providerId="ADAL" clId="{EE12E783-357B-46E6-944F-098779C11534}" dt="2026-02-17T15:44:20.560" v="5638" actId="1036"/>
          <ac:grpSpMkLst>
            <pc:docMk/>
            <pc:sldMk cId="1344932474" sldId="256"/>
            <ac:grpSpMk id="3" creationId="{F7188496-8494-B039-C80D-1F7681C793EA}"/>
          </ac:grpSpMkLst>
        </pc:grpChg>
        <pc:grpChg chg="mod">
          <ac:chgData name="Kadam, Vivek (Cognizant)" userId="7b17e59d-64e0-4b48-8b9c-da65953089bc" providerId="ADAL" clId="{EE12E783-357B-46E6-944F-098779C11534}" dt="2026-02-17T15:31:39.932" v="5280" actId="1036"/>
          <ac:grpSpMkLst>
            <pc:docMk/>
            <pc:sldMk cId="1344932474" sldId="256"/>
            <ac:grpSpMk id="4" creationId="{932F5FAB-A5C6-7466-1536-9B6EFD177708}"/>
          </ac:grpSpMkLst>
        </pc:grpChg>
        <pc:grpChg chg="add mod">
          <ac:chgData name="Kadam, Vivek (Cognizant)" userId="7b17e59d-64e0-4b48-8b9c-da65953089bc" providerId="ADAL" clId="{EE12E783-357B-46E6-944F-098779C11534}" dt="2026-02-17T16:05:31.502" v="6097" actId="1035"/>
          <ac:grpSpMkLst>
            <pc:docMk/>
            <pc:sldMk cId="1344932474" sldId="256"/>
            <ac:grpSpMk id="5" creationId="{39EE7976-B9E6-553C-F8CC-06789EE95249}"/>
          </ac:grpSpMkLst>
        </pc:grpChg>
        <pc:grpChg chg="del mod">
          <ac:chgData name="Kadam, Vivek (Cognizant)" userId="7b17e59d-64e0-4b48-8b9c-da65953089bc" providerId="ADAL" clId="{EE12E783-357B-46E6-944F-098779C11534}" dt="2026-02-16T09:44:56.693" v="2759" actId="478"/>
          <ac:grpSpMkLst>
            <pc:docMk/>
            <pc:sldMk cId="1344932474" sldId="256"/>
            <ac:grpSpMk id="8" creationId="{1536BEB5-B054-582E-8F9E-B5D65A50E26A}"/>
          </ac:grpSpMkLst>
        </pc:grpChg>
        <pc:grpChg chg="add del mod">
          <ac:chgData name="Kadam, Vivek (Cognizant)" userId="7b17e59d-64e0-4b48-8b9c-da65953089bc" providerId="ADAL" clId="{EE12E783-357B-46E6-944F-098779C11534}" dt="2026-02-17T15:36:26.097" v="5428" actId="165"/>
          <ac:grpSpMkLst>
            <pc:docMk/>
            <pc:sldMk cId="1344932474" sldId="256"/>
            <ac:grpSpMk id="18" creationId="{55C42B8D-3592-6D8D-E2FF-B13E2E83A33D}"/>
          </ac:grpSpMkLst>
        </pc:grpChg>
        <pc:grpChg chg="mod">
          <ac:chgData name="Kadam, Vivek (Cognizant)" userId="7b17e59d-64e0-4b48-8b9c-da65953089bc" providerId="ADAL" clId="{EE12E783-357B-46E6-944F-098779C11534}" dt="2026-02-17T16:05:06.512" v="6069" actId="1035"/>
          <ac:grpSpMkLst>
            <pc:docMk/>
            <pc:sldMk cId="1344932474" sldId="256"/>
            <ac:grpSpMk id="94" creationId="{0218CA55-D0B5-1BB3-95A9-9761606EC288}"/>
          </ac:grpSpMkLst>
        </pc:grpChg>
        <pc:grpChg chg="del mod">
          <ac:chgData name="Kadam, Vivek (Cognizant)" userId="7b17e59d-64e0-4b48-8b9c-da65953089bc" providerId="ADAL" clId="{EE12E783-357B-46E6-944F-098779C11534}" dt="2026-02-16T09:45:38.043" v="2769" actId="478"/>
          <ac:grpSpMkLst>
            <pc:docMk/>
            <pc:sldMk cId="1344932474" sldId="256"/>
            <ac:grpSpMk id="436" creationId="{38B1AC09-AC2B-A1A8-80BD-F08E7D4A1D60}"/>
          </ac:grpSpMkLst>
        </pc:grpChg>
        <pc:grpChg chg="del">
          <ac:chgData name="Kadam, Vivek (Cognizant)" userId="7b17e59d-64e0-4b48-8b9c-da65953089bc" providerId="ADAL" clId="{EE12E783-357B-46E6-944F-098779C11534}" dt="2026-02-16T09:51:05.887" v="3029" actId="478"/>
          <ac:grpSpMkLst>
            <pc:docMk/>
            <pc:sldMk cId="1344932474" sldId="256"/>
            <ac:grpSpMk id="440" creationId="{B3E07FBF-D0DB-7B9D-2C6F-FB31F198B240}"/>
          </ac:grpSpMkLst>
        </pc:grpChg>
        <pc:grpChg chg="del">
          <ac:chgData name="Kadam, Vivek (Cognizant)" userId="7b17e59d-64e0-4b48-8b9c-da65953089bc" providerId="ADAL" clId="{EE12E783-357B-46E6-944F-098779C11534}" dt="2026-02-16T09:51:08.486" v="3030" actId="478"/>
          <ac:grpSpMkLst>
            <pc:docMk/>
            <pc:sldMk cId="1344932474" sldId="256"/>
            <ac:grpSpMk id="442" creationId="{2F6BE3E1-2D08-CFBD-71C0-60F89E6534E6}"/>
          </ac:grpSpMkLst>
        </pc:grpChg>
        <pc:grpChg chg="mod">
          <ac:chgData name="Kadam, Vivek (Cognizant)" userId="7b17e59d-64e0-4b48-8b9c-da65953089bc" providerId="ADAL" clId="{EE12E783-357B-46E6-944F-098779C11534}" dt="2026-02-16T09:55:33.225" v="3202" actId="1076"/>
          <ac:grpSpMkLst>
            <pc:docMk/>
            <pc:sldMk cId="1344932474" sldId="256"/>
            <ac:grpSpMk id="648" creationId="{0A225852-58B8-D7B1-F17E-769D7E3395DA}"/>
          </ac:grpSpMkLst>
        </pc:grpChg>
        <pc:picChg chg="mod">
          <ac:chgData name="Kadam, Vivek (Cognizant)" userId="7b17e59d-64e0-4b48-8b9c-da65953089bc" providerId="ADAL" clId="{EE12E783-357B-46E6-944F-098779C11534}" dt="2026-02-17T14:22:40.674" v="5030" actId="1035"/>
          <ac:picMkLst>
            <pc:docMk/>
            <pc:sldMk cId="1344932474" sldId="256"/>
            <ac:picMk id="6" creationId="{BFD998A8-D4B4-9A6C-381D-E8D33C351FBC}"/>
          </ac:picMkLst>
        </pc:picChg>
        <pc:picChg chg="mod">
          <ac:chgData name="Kadam, Vivek (Cognizant)" userId="7b17e59d-64e0-4b48-8b9c-da65953089bc" providerId="ADAL" clId="{EE12E783-357B-46E6-944F-098779C11534}" dt="2026-02-17T16:05:06.512" v="6069" actId="1035"/>
          <ac:picMkLst>
            <pc:docMk/>
            <pc:sldMk cId="1344932474" sldId="256"/>
            <ac:picMk id="91" creationId="{EE6D0F67-8596-FA2B-33DD-8BA46E8238F8}"/>
          </ac:picMkLst>
        </pc:picChg>
        <pc:picChg chg="mod">
          <ac:chgData name="Kadam, Vivek (Cognizant)" userId="7b17e59d-64e0-4b48-8b9c-da65953089bc" providerId="ADAL" clId="{EE12E783-357B-46E6-944F-098779C11534}" dt="2026-02-17T16:05:06.512" v="6069" actId="1035"/>
          <ac:picMkLst>
            <pc:docMk/>
            <pc:sldMk cId="1344932474" sldId="256"/>
            <ac:picMk id="92" creationId="{39707BC1-1C10-F20D-A29F-52D1C9A3D350}"/>
          </ac:picMkLst>
        </pc:picChg>
        <pc:picChg chg="mod">
          <ac:chgData name="Kadam, Vivek (Cognizant)" userId="7b17e59d-64e0-4b48-8b9c-da65953089bc" providerId="ADAL" clId="{EE12E783-357B-46E6-944F-098779C11534}" dt="2026-02-17T16:05:06.512" v="6069" actId="1035"/>
          <ac:picMkLst>
            <pc:docMk/>
            <pc:sldMk cId="1344932474" sldId="256"/>
            <ac:picMk id="93" creationId="{6917475B-D7C1-AAF9-6000-CD135E2FFF87}"/>
          </ac:picMkLst>
        </pc:picChg>
        <pc:cxnChg chg="mod">
          <ac:chgData name="Kadam, Vivek (Cognizant)" userId="7b17e59d-64e0-4b48-8b9c-da65953089bc" providerId="ADAL" clId="{EE12E783-357B-46E6-944F-098779C11534}" dt="2026-02-16T09:49:40.115" v="2859" actId="1035"/>
          <ac:cxnSpMkLst>
            <pc:docMk/>
            <pc:sldMk cId="1344932474" sldId="256"/>
            <ac:cxnSpMk id="709" creationId="{CDF2941C-2BE6-7F0D-234B-643869E1B323}"/>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64382B-429B-487A-A795-1CDD88FD80A8}" type="datetimeFigureOut">
              <a:rPr lang="en-IN" smtClean="0"/>
              <a:t>17-02-2026</a:t>
            </a:fld>
            <a:endParaRPr lang="en-IN"/>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24886A-CA15-41B7-A550-10772C47202A}" type="slidenum">
              <a:rPr lang="en-IN" smtClean="0"/>
              <a:t>‹#›</a:t>
            </a:fld>
            <a:endParaRPr lang="en-IN"/>
          </a:p>
        </p:txBody>
      </p:sp>
    </p:spTree>
    <p:extLst>
      <p:ext uri="{BB962C8B-B14F-4D97-AF65-F5344CB8AC3E}">
        <p14:creationId xmlns:p14="http://schemas.microsoft.com/office/powerpoint/2010/main" val="16882098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65C088B-58E1-4CFB-95B5-5446CC148E7C}"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908720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5C088B-58E1-4CFB-95B5-5446CC148E7C}"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2963890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5C088B-58E1-4CFB-95B5-5446CC148E7C}"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1186740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5C088B-58E1-4CFB-95B5-5446CC148E7C}" type="datetimeFigureOut">
              <a:rPr lang="en-IN" smtClean="0"/>
              <a:t>17-02-2026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42816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5C088B-58E1-4CFB-95B5-5446CC148E7C}" type="datetimeFigureOut">
              <a:rPr lang="en-IN" smtClean="0"/>
              <a:t>17-02-2026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1460409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5C088B-58E1-4CFB-95B5-5446CC148E7C}" type="datetimeFigureOut">
              <a:rPr lang="en-IN" smtClean="0"/>
              <a:t>17-02-2026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1085039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5C088B-58E1-4CFB-95B5-5446CC148E7C}" type="datetimeFigureOut">
              <a:rPr lang="en-IN" smtClean="0"/>
              <a:t>17-02-2026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497328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65C088B-58E1-4CFB-95B5-5446CC148E7C}" type="datetimeFigureOut">
              <a:rPr lang="en-IN" smtClean="0"/>
              <a:t>17-02-2026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4231414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65C088B-58E1-4CFB-95B5-5446CC148E7C}" type="datetimeFigureOut">
              <a:rPr lang="en-IN" smtClean="0"/>
              <a:t>17-02-2026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364433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5C088B-58E1-4CFB-95B5-5446CC148E7C}"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3411241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5C088B-58E1-4CFB-95B5-5446CC148E7C}"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537410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665C088B-58E1-4CFB-95B5-5446CC148E7C}" type="datetimeFigureOut">
              <a:rPr lang="en-IN" smtClean="0"/>
              <a:t>17-02-2026</a:t>
            </a:fld>
            <a:endParaRPr lang="en-IN"/>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FE4A46FE-F287-48FC-8A05-4FE44E07310E}" type="slidenum">
              <a:rPr lang="en-IN" smtClean="0"/>
              <a:t>‹#›</a:t>
            </a:fld>
            <a:endParaRPr lang="en-IN"/>
          </a:p>
        </p:txBody>
      </p:sp>
    </p:spTree>
    <p:extLst>
      <p:ext uri="{BB962C8B-B14F-4D97-AF65-F5344CB8AC3E}">
        <p14:creationId xmlns:p14="http://schemas.microsoft.com/office/powerpoint/2010/main" val="5542327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Calibri" panose="020F0502020204030204"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raphic Designer">
            <a:extLst>
              <a:ext uri="{FF2B5EF4-FFF2-40B4-BE49-F238E27FC236}">
                <a16:creationId xmlns:a16="http://schemas.microsoft.com/office/drawing/2014/main" id="{30C24D4A-FC60-4DF3-8FD2-BD2C5D063BD5}"/>
              </a:ext>
            </a:extLst>
          </p:cNvPr>
          <p:cNvSpPr txBox="1"/>
          <p:nvPr/>
        </p:nvSpPr>
        <p:spPr>
          <a:xfrm>
            <a:off x="336140" y="2331989"/>
            <a:ext cx="61378" cy="30753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0360" tIns="30360" rIns="30360" bIns="30360" anchor="ctr">
            <a:spAutoFit/>
          </a:bodyPr>
          <a:lstStyle>
            <a:lvl1pPr>
              <a:defRPr sz="1500" b="0">
                <a:solidFill>
                  <a:srgbClr val="FFFFFF"/>
                </a:solidFill>
                <a:latin typeface="Calibri"/>
                <a:ea typeface="Calibri"/>
                <a:cs typeface="Calibri"/>
                <a:sym typeface="Calibri"/>
              </a:defRPr>
            </a:lvl1pPr>
          </a:lstStyle>
          <a:p>
            <a:endParaRPr lang="en-US" sz="1600" dirty="0">
              <a:solidFill>
                <a:srgbClr val="002060"/>
              </a:solidFill>
              <a:latin typeface="Daytona" panose="020B0604030500040204" pitchFamily="34" charset="0"/>
              <a:ea typeface="Cambria" panose="02040503050406030204" pitchFamily="18" charset="0"/>
            </a:endParaRPr>
          </a:p>
        </p:txBody>
      </p:sp>
      <p:grpSp>
        <p:nvGrpSpPr>
          <p:cNvPr id="4" name="Group 3">
            <a:extLst>
              <a:ext uri="{FF2B5EF4-FFF2-40B4-BE49-F238E27FC236}">
                <a16:creationId xmlns:a16="http://schemas.microsoft.com/office/drawing/2014/main" id="{932F5FAB-A5C6-7466-1536-9B6EFD177708}"/>
              </a:ext>
            </a:extLst>
          </p:cNvPr>
          <p:cNvGrpSpPr/>
          <p:nvPr/>
        </p:nvGrpSpPr>
        <p:grpSpPr>
          <a:xfrm>
            <a:off x="2305315" y="-205710"/>
            <a:ext cx="4547620" cy="553755"/>
            <a:chOff x="2351035" y="-1788446"/>
            <a:chExt cx="4547620" cy="804584"/>
          </a:xfrm>
        </p:grpSpPr>
        <p:sp>
          <p:nvSpPr>
            <p:cNvPr id="12" name="SUMMARY">
              <a:extLst>
                <a:ext uri="{FF2B5EF4-FFF2-40B4-BE49-F238E27FC236}">
                  <a16:creationId xmlns:a16="http://schemas.microsoft.com/office/drawing/2014/main" id="{9B057263-489E-4708-814B-393E8D971E83}"/>
                </a:ext>
              </a:extLst>
            </p:cNvPr>
            <p:cNvSpPr txBox="1"/>
            <p:nvPr/>
          </p:nvSpPr>
          <p:spPr>
            <a:xfrm>
              <a:off x="2351035" y="-1788446"/>
              <a:ext cx="2965723" cy="80458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360" tIns="30360" rIns="30360" bIns="30360" anchor="ctr">
              <a:spAutoFit/>
            </a:bodyPr>
            <a:lstStyle>
              <a:lvl1pPr algn="l">
                <a:defRPr sz="1700">
                  <a:latin typeface="Calibri"/>
                  <a:ea typeface="Calibri"/>
                  <a:cs typeface="Calibri"/>
                  <a:sym typeface="Calibri"/>
                </a:defRPr>
              </a:lvl1pPr>
            </a:lstStyle>
            <a:p>
              <a:endParaRPr lang="en-US" sz="1600" dirty="0">
                <a:solidFill>
                  <a:srgbClr val="002060"/>
                </a:solidFill>
                <a:latin typeface="Georgia" panose="02040502050405020303" pitchFamily="18" charset="0"/>
                <a:ea typeface="Cambria" panose="02040503050406030204" pitchFamily="18" charset="0"/>
              </a:endParaRPr>
            </a:p>
            <a:p>
              <a:r>
                <a:rPr lang="en-US" sz="1600" b="1" dirty="0">
                  <a:solidFill>
                    <a:srgbClr val="002060"/>
                  </a:solidFill>
                  <a:latin typeface="Georgia" panose="02040502050405020303" pitchFamily="18" charset="0"/>
                  <a:ea typeface="Cambria" panose="02040503050406030204" pitchFamily="18" charset="0"/>
                </a:rPr>
                <a:t>Professional Summary</a:t>
              </a:r>
            </a:p>
          </p:txBody>
        </p:sp>
        <p:cxnSp>
          <p:nvCxnSpPr>
            <p:cNvPr id="111" name="Straight Connector 110">
              <a:extLst>
                <a:ext uri="{FF2B5EF4-FFF2-40B4-BE49-F238E27FC236}">
                  <a16:creationId xmlns:a16="http://schemas.microsoft.com/office/drawing/2014/main" id="{D8A2213F-424F-46EE-84AE-72C023419E7C}"/>
                </a:ext>
              </a:extLst>
            </p:cNvPr>
            <p:cNvCxnSpPr>
              <a:cxnSpLocks/>
            </p:cNvCxnSpPr>
            <p:nvPr/>
          </p:nvCxnSpPr>
          <p:spPr>
            <a:xfrm>
              <a:off x="2362655" y="-998258"/>
              <a:ext cx="4536000" cy="0"/>
            </a:xfrm>
            <a:prstGeom prst="line">
              <a:avLst/>
            </a:prstGeom>
            <a:noFill/>
            <a:ln w="12700" cap="flat">
              <a:solidFill>
                <a:srgbClr val="002060"/>
              </a:solidFill>
              <a:prstDash val="solid"/>
              <a:miter lim="400000"/>
            </a:ln>
            <a:effectLst/>
            <a:sp3d/>
          </p:spPr>
          <p:style>
            <a:lnRef idx="0">
              <a:scrgbClr r="0" g="0" b="0"/>
            </a:lnRef>
            <a:fillRef idx="0">
              <a:scrgbClr r="0" g="0" b="0"/>
            </a:fillRef>
            <a:effectRef idx="0">
              <a:scrgbClr r="0" g="0" b="0"/>
            </a:effectRef>
            <a:fontRef idx="none"/>
          </p:style>
        </p:cxnSp>
      </p:grpSp>
      <p:sp>
        <p:nvSpPr>
          <p:cNvPr id="19" name="Rectangle">
            <a:extLst>
              <a:ext uri="{FF2B5EF4-FFF2-40B4-BE49-F238E27FC236}">
                <a16:creationId xmlns:a16="http://schemas.microsoft.com/office/drawing/2014/main" id="{A42C9406-3F08-C965-BF3D-CDA642FDB061}"/>
              </a:ext>
            </a:extLst>
          </p:cNvPr>
          <p:cNvSpPr/>
          <p:nvPr/>
        </p:nvSpPr>
        <p:spPr>
          <a:xfrm>
            <a:off x="-5291" y="-2810"/>
            <a:ext cx="2336618" cy="9907492"/>
          </a:xfrm>
          <a:prstGeom prst="rect">
            <a:avLst/>
          </a:prstGeom>
          <a:solidFill>
            <a:schemeClr val="tx1">
              <a:lumMod val="95000"/>
              <a:lumOff val="5000"/>
              <a:alpha val="74510"/>
            </a:schemeClr>
          </a:solidFill>
          <a:ln w="3175">
            <a:solidFill>
              <a:schemeClr val="bg2"/>
            </a:solidFill>
            <a:miter lim="400000"/>
          </a:ln>
        </p:spPr>
        <p:txBody>
          <a:bodyPr vert="horz" lIns="30360" tIns="30360" rIns="30360" bIns="30360" anchor="t" anchorCtr="0"/>
          <a:lstStyle/>
          <a:p>
            <a:pPr>
              <a:defRPr sz="2200" b="0">
                <a:solidFill>
                  <a:srgbClr val="FFFFFF"/>
                </a:solidFill>
                <a:latin typeface="+mn-lt"/>
                <a:ea typeface="+mn-ea"/>
                <a:cs typeface="+mn-cs"/>
                <a:sym typeface="Helvetica Neue Medium"/>
              </a:defRPr>
            </a:pPr>
            <a:endParaRPr lang="en-US" sz="9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9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9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9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9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9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9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10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10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10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r>
              <a:rPr lang="en-US" sz="1400" b="1" i="1" dirty="0">
                <a:solidFill>
                  <a:srgbClr val="002060"/>
                </a:solidFill>
                <a:highlight>
                  <a:srgbClr val="00FFFF"/>
                </a:highlight>
                <a:latin typeface="Georgia" panose="02040502050405020303" pitchFamily="18" charset="0"/>
                <a:ea typeface="Cambria" panose="02040503050406030204" pitchFamily="18" charset="0"/>
              </a:rPr>
              <a:t>Vivek Pradeep Kadam</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Validation Lead (CSV + Functional)</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 Automation Testing: Playwright</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API Testing: POSTMAN</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Compliance-focused reviews</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Defect &amp; Incident Manager</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Project Management Support &amp; Coordination</a:t>
            </a:r>
          </a:p>
          <a:p>
            <a:pPr>
              <a:defRPr sz="2200" b="0">
                <a:solidFill>
                  <a:srgbClr val="FFFFFF"/>
                </a:solidFill>
                <a:latin typeface="+mn-lt"/>
                <a:ea typeface="+mn-ea"/>
                <a:cs typeface="+mn-cs"/>
                <a:sym typeface="Helvetica Neue Medium"/>
              </a:defRPr>
            </a:pPr>
            <a:endParaRPr lang="en-US" sz="1100" dirty="0">
              <a:solidFill>
                <a:schemeClr val="accent4">
                  <a:lumMod val="60000"/>
                  <a:lumOff val="40000"/>
                </a:schemeClr>
              </a:solidFill>
              <a:latin typeface="Georgia" panose="02040502050405020303" pitchFamily="18" charset="0"/>
              <a:ea typeface="Cambria" panose="02040503050406030204" pitchFamily="18" charset="0"/>
            </a:endParaRPr>
          </a:p>
          <a:p>
            <a:pPr>
              <a:defRPr sz="2200" b="0">
                <a:solidFill>
                  <a:srgbClr val="FFFFFF"/>
                </a:solidFill>
                <a:latin typeface="+mn-lt"/>
                <a:ea typeface="+mn-ea"/>
                <a:cs typeface="+mn-cs"/>
                <a:sym typeface="Helvetica Neue Medium"/>
              </a:defRPr>
            </a:pPr>
            <a:r>
              <a:rPr lang="en-US" sz="1400" b="1" i="1" dirty="0">
                <a:solidFill>
                  <a:srgbClr val="002060"/>
                </a:solidFill>
                <a:highlight>
                  <a:srgbClr val="00FFFF"/>
                </a:highlight>
                <a:latin typeface="Georgia" panose="02040502050405020303" pitchFamily="18" charset="0"/>
                <a:ea typeface="Cambria" panose="02040503050406030204" pitchFamily="18" charset="0"/>
              </a:rPr>
              <a:t>Education:</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Bachelor of Engineering in Computers </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Diploma in Computer Technology</a:t>
            </a:r>
          </a:p>
          <a:p>
            <a:pPr>
              <a:defRPr sz="2200" b="0">
                <a:solidFill>
                  <a:srgbClr val="FFFFFF"/>
                </a:solidFill>
                <a:latin typeface="+mn-lt"/>
                <a:ea typeface="+mn-ea"/>
                <a:cs typeface="+mn-cs"/>
                <a:sym typeface="Helvetica Neue Medium"/>
              </a:defRPr>
            </a:pPr>
            <a:endParaRPr lang="en-US" sz="1400" b="1" i="1" dirty="0">
              <a:solidFill>
                <a:schemeClr val="bg1"/>
              </a:solidFill>
              <a:latin typeface="Georgia" panose="02040502050405020303" pitchFamily="18" charset="0"/>
              <a:ea typeface="Cambria" panose="02040503050406030204" pitchFamily="18" charset="0"/>
            </a:endParaRPr>
          </a:p>
          <a:p>
            <a:pPr>
              <a:defRPr sz="2200" b="0">
                <a:solidFill>
                  <a:srgbClr val="FFFFFF"/>
                </a:solidFill>
                <a:latin typeface="+mn-lt"/>
                <a:ea typeface="+mn-ea"/>
                <a:cs typeface="+mn-cs"/>
                <a:sym typeface="Helvetica Neue Medium"/>
              </a:defRPr>
            </a:pPr>
            <a:r>
              <a:rPr lang="en-US" sz="1400" b="1" i="1" dirty="0">
                <a:solidFill>
                  <a:srgbClr val="002060"/>
                </a:solidFill>
                <a:highlight>
                  <a:srgbClr val="00FFFF"/>
                </a:highlight>
                <a:latin typeface="Georgia" panose="02040502050405020303" pitchFamily="18" charset="0"/>
                <a:ea typeface="Cambria" panose="02040503050406030204" pitchFamily="18" charset="0"/>
              </a:rPr>
              <a:t>Certifications:</a:t>
            </a:r>
          </a:p>
          <a:p>
            <a:pPr>
              <a:defRPr sz="2200" b="0">
                <a:solidFill>
                  <a:srgbClr val="FFFFFF"/>
                </a:solidFill>
                <a:latin typeface="+mn-lt"/>
                <a:ea typeface="+mn-ea"/>
                <a:cs typeface="+mn-cs"/>
                <a:sym typeface="Helvetica Neue Medium"/>
              </a:defRPr>
            </a:pPr>
            <a:endParaRPr lang="en-US" sz="1400" b="1" i="1" dirty="0">
              <a:solidFill>
                <a:schemeClr val="bg1"/>
              </a:solidFill>
              <a:latin typeface="Georgia" panose="02040502050405020303" pitchFamily="18"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a typeface="Cambria" panose="02040503050406030204" pitchFamily="18" charset="0"/>
            </a:endParaRPr>
          </a:p>
          <a:p>
            <a:pPr marL="171450" indent="-171450">
              <a:buFont typeface="Wingdings" panose="05000000000000000000" pitchFamily="2" charset="2"/>
              <a:buChar char="§"/>
              <a:defRPr sz="2200" b="0">
                <a:solidFill>
                  <a:srgbClr val="FFFFFF"/>
                </a:solidFill>
                <a:latin typeface="+mn-lt"/>
                <a:ea typeface="+mn-ea"/>
                <a:cs typeface="+mn-cs"/>
                <a:sym typeface="Helvetica Neue Medium"/>
              </a:defRPr>
            </a:pPr>
            <a:endParaRPr lang="en-US" sz="1000" dirty="0">
              <a:latin typeface="Daytona" panose="020B0604030500040204" pitchFamily="34" charset="0"/>
              <a:ea typeface="Cambria" panose="02040503050406030204" pitchFamily="18" charset="0"/>
            </a:endParaRPr>
          </a:p>
          <a:p>
            <a:pPr marL="171450" indent="-171450">
              <a:buFont typeface="Wingdings" panose="05000000000000000000" pitchFamily="2" charset="2"/>
              <a:buChar cha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1400" b="1" i="1" dirty="0">
              <a:solidFill>
                <a:schemeClr val="bg1"/>
              </a:solidFill>
              <a:latin typeface="Georgia" panose="02040502050405020303" pitchFamily="18" charset="0"/>
              <a:ea typeface="Cambria" panose="02040503050406030204" pitchFamily="18" charset="0"/>
            </a:endParaRPr>
          </a:p>
          <a:p>
            <a:pPr>
              <a:defRPr sz="2200" b="0">
                <a:solidFill>
                  <a:srgbClr val="FFFFFF"/>
                </a:solidFill>
                <a:latin typeface="+mn-lt"/>
                <a:ea typeface="+mn-ea"/>
                <a:cs typeface="+mn-cs"/>
                <a:sym typeface="Helvetica Neue Medium"/>
              </a:defRPr>
            </a:pPr>
            <a:r>
              <a:rPr lang="en-US" sz="1400" b="1" i="1" dirty="0">
                <a:solidFill>
                  <a:srgbClr val="002060"/>
                </a:solidFill>
                <a:highlight>
                  <a:srgbClr val="00FFFF"/>
                </a:highlight>
                <a:latin typeface="Georgia" panose="02040502050405020303" pitchFamily="18" charset="0"/>
                <a:ea typeface="Cambria" panose="02040503050406030204" pitchFamily="18" charset="0"/>
              </a:rPr>
              <a:t>Core Skills:</a:t>
            </a:r>
          </a:p>
          <a:p>
            <a:r>
              <a:rPr lang="en-US" sz="1000" b="1" dirty="0">
                <a:solidFill>
                  <a:srgbClr val="002060"/>
                </a:solidFill>
                <a:highlight>
                  <a:srgbClr val="FFFF00"/>
                </a:highlight>
                <a:latin typeface="Georgia" panose="02040502050405020303" pitchFamily="18" charset="0"/>
              </a:rPr>
              <a:t>Automation &amp; Testing Tools</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Playwright - TypeScript</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POSTMAN API Testing</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HP-ALM, JIRA, Azure DevOps (ADO)</a:t>
            </a:r>
          </a:p>
          <a:p>
            <a:r>
              <a:rPr lang="en-US" sz="1000" b="1" dirty="0">
                <a:solidFill>
                  <a:srgbClr val="002060"/>
                </a:solidFill>
                <a:highlight>
                  <a:srgbClr val="FFFF00"/>
                </a:highlight>
                <a:latin typeface="Georgia" panose="02040502050405020303" pitchFamily="18" charset="0"/>
              </a:rPr>
              <a:t>Compliance &amp; Quality Assurance</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Defect &amp; Incident Management</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Root Cause Analysis</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GxP Practices (Life Sciences)</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Compliance-focused Reviews (CD/FDD/TDS)</a:t>
            </a:r>
          </a:p>
          <a:p>
            <a:r>
              <a:rPr lang="en-US" sz="1000" b="1" dirty="0">
                <a:solidFill>
                  <a:srgbClr val="002060"/>
                </a:solidFill>
                <a:highlight>
                  <a:srgbClr val="FFFF00"/>
                </a:highlight>
                <a:latin typeface="Georgia" panose="02040502050405020303" pitchFamily="18" charset="0"/>
              </a:rPr>
              <a:t>Project &amp; Process Management</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Agile / SCRUM Methodologies</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Project Monitoring &amp; Reporting</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Risk Management &amp; Stakeholder Communication</a:t>
            </a:r>
          </a:p>
          <a:p>
            <a:r>
              <a:rPr lang="en-US" sz="1000" b="1" dirty="0">
                <a:solidFill>
                  <a:srgbClr val="002060"/>
                </a:solidFill>
                <a:highlight>
                  <a:srgbClr val="FFFF00"/>
                </a:highlight>
                <a:latin typeface="Georgia" panose="02040502050405020303" pitchFamily="18" charset="0"/>
              </a:rPr>
              <a:t>Content Mgmt. Systems</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Adobe Experience Manager (AEM)</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Veeva Vault QMS</a:t>
            </a:r>
          </a:p>
          <a:p>
            <a:r>
              <a:rPr lang="en-US" sz="1000" b="1" dirty="0">
                <a:solidFill>
                  <a:srgbClr val="002060"/>
                </a:solidFill>
                <a:highlight>
                  <a:srgbClr val="FFFF00"/>
                </a:highlight>
                <a:latin typeface="Georgia" panose="02040502050405020303" pitchFamily="18" charset="0"/>
              </a:rPr>
              <a:t>Soft Skills</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Leadership &amp; Collaboration</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Negotiation &amp; Conflict Resolution</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000" dirty="0">
                <a:solidFill>
                  <a:schemeClr val="bg2">
                    <a:lumMod val="75000"/>
                  </a:schemeClr>
                </a:solidFill>
                <a:latin typeface="Georgia" panose="02040502050405020303" pitchFamily="18" charset="0"/>
                <a:ea typeface="Cambria" panose="02040503050406030204" pitchFamily="18" charset="0"/>
              </a:rPr>
              <a:t>Problem Solving &amp; Execution</a:t>
            </a:r>
          </a:p>
          <a:p>
            <a:pPr>
              <a:defRPr sz="2200" b="0">
                <a:solidFill>
                  <a:srgbClr val="FFFFFF"/>
                </a:solidFill>
                <a:latin typeface="+mn-lt"/>
                <a:ea typeface="+mn-ea"/>
                <a:cs typeface="+mn-cs"/>
                <a:sym typeface="Helvetica Neue Medium"/>
              </a:defRPr>
            </a:pPr>
            <a:endParaRPr lang="en-US" sz="1000" dirty="0">
              <a:solidFill>
                <a:schemeClr val="accent4">
                  <a:lumMod val="60000"/>
                  <a:lumOff val="40000"/>
                </a:schemeClr>
              </a:solidFill>
              <a:latin typeface="Georgia" panose="02040502050405020303" pitchFamily="18"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1000" dirty="0">
              <a:solidFill>
                <a:schemeClr val="accent4">
                  <a:lumMod val="60000"/>
                  <a:lumOff val="40000"/>
                </a:schemeClr>
              </a:solidFill>
              <a:latin typeface="Georgia" panose="02040502050405020303" pitchFamily="18" charset="0"/>
              <a:ea typeface="Cambria" panose="02040503050406030204" pitchFamily="18" charset="0"/>
            </a:endParaRPr>
          </a:p>
          <a:p>
            <a:pPr>
              <a:defRPr sz="2200" b="0">
                <a:solidFill>
                  <a:srgbClr val="FFFFFF"/>
                </a:solidFill>
                <a:latin typeface="+mn-lt"/>
                <a:ea typeface="+mn-ea"/>
                <a:cs typeface="+mn-cs"/>
                <a:sym typeface="Helvetica Neue Medium"/>
              </a:defRPr>
            </a:pPr>
            <a:r>
              <a:rPr lang="en-US" sz="1400" b="1" i="1" dirty="0">
                <a:solidFill>
                  <a:srgbClr val="002060"/>
                </a:solidFill>
                <a:highlight>
                  <a:srgbClr val="00FFFF"/>
                </a:highlight>
                <a:latin typeface="Georgia" panose="02040502050405020303" pitchFamily="18" charset="0"/>
                <a:ea typeface="Cambria" panose="02040503050406030204" pitchFamily="18" charset="0"/>
              </a:rPr>
              <a:t>Contact details:</a:t>
            </a:r>
          </a:p>
          <a:p>
            <a:pPr>
              <a:defRPr sz="2200" b="0">
                <a:solidFill>
                  <a:srgbClr val="FFFFFF"/>
                </a:solidFill>
                <a:latin typeface="+mn-lt"/>
                <a:ea typeface="+mn-ea"/>
                <a:cs typeface="+mn-cs"/>
                <a:sym typeface="Helvetica Neue Medium"/>
              </a:defRPr>
            </a:pPr>
            <a:r>
              <a:rPr lang="en-US" sz="1000" dirty="0">
                <a:solidFill>
                  <a:schemeClr val="bg2">
                    <a:lumMod val="75000"/>
                  </a:schemeClr>
                </a:solidFill>
                <a:latin typeface="Daytona" panose="020B0604030500040204" pitchFamily="34" charset="0"/>
              </a:rPr>
              <a:t>	Vivek.Kadam@cognizant.com</a:t>
            </a:r>
          </a:p>
          <a:p>
            <a:pPr>
              <a:defRPr sz="2200" b="0">
                <a:solidFill>
                  <a:srgbClr val="FFFFFF"/>
                </a:solidFill>
                <a:latin typeface="+mn-lt"/>
                <a:ea typeface="+mn-ea"/>
                <a:cs typeface="+mn-cs"/>
                <a:sym typeface="Helvetica Neue Medium"/>
              </a:defRPr>
            </a:pPr>
            <a:r>
              <a:rPr lang="en-US" sz="1050" dirty="0">
                <a:solidFill>
                  <a:schemeClr val="bg2">
                    <a:lumMod val="75000"/>
                  </a:schemeClr>
                </a:solidFill>
                <a:latin typeface="Daytona" panose="020B0604030500040204" pitchFamily="34" charset="0"/>
              </a:rPr>
              <a:t>	+</a:t>
            </a:r>
            <a:r>
              <a:rPr lang="en-US" sz="1000" dirty="0">
                <a:solidFill>
                  <a:schemeClr val="bg2">
                    <a:lumMod val="75000"/>
                  </a:schemeClr>
                </a:solidFill>
                <a:latin typeface="Daytona" panose="020B0604030500040204" pitchFamily="34" charset="0"/>
              </a:rPr>
              <a:t>91 – 9850220482</a:t>
            </a:r>
          </a:p>
          <a:p>
            <a:pPr>
              <a:defRPr sz="2200" b="0">
                <a:solidFill>
                  <a:srgbClr val="FFFFFF"/>
                </a:solidFill>
                <a:latin typeface="+mn-lt"/>
                <a:ea typeface="+mn-ea"/>
                <a:cs typeface="+mn-cs"/>
                <a:sym typeface="Helvetica Neue Medium"/>
              </a:defRPr>
            </a:pPr>
            <a:r>
              <a:rPr lang="en-US" sz="1000" dirty="0">
                <a:solidFill>
                  <a:schemeClr val="bg2">
                    <a:lumMod val="75000"/>
                  </a:schemeClr>
                </a:solidFill>
                <a:latin typeface="Daytona" panose="020B0604030500040204" pitchFamily="34" charset="0"/>
              </a:rPr>
              <a:t>	Pune, India</a:t>
            </a:r>
            <a:endParaRPr lang="en-US" sz="1000" dirty="0">
              <a:solidFill>
                <a:schemeClr val="bg2">
                  <a:lumMod val="75000"/>
                </a:schemeClr>
              </a:solidFill>
              <a:latin typeface="Daytona" panose="020B0604030500040204" pitchFamily="34" charset="0"/>
              <a:ea typeface="Cambria" panose="02040503050406030204" pitchFamily="18" charset="0"/>
            </a:endParaRPr>
          </a:p>
        </p:txBody>
      </p:sp>
      <p:pic>
        <p:nvPicPr>
          <p:cNvPr id="6" name="Picture 5" descr="A person with a mustache and glasses&#10;&#10;AI-generated content may be incorrect.">
            <a:extLst>
              <a:ext uri="{FF2B5EF4-FFF2-40B4-BE49-F238E27FC236}">
                <a16:creationId xmlns:a16="http://schemas.microsoft.com/office/drawing/2014/main" id="{BFD998A8-D4B4-9A6C-381D-E8D33C351F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8" y="1318"/>
            <a:ext cx="1341433" cy="1373190"/>
          </a:xfrm>
          <a:prstGeom prst="rect">
            <a:avLst/>
          </a:prstGeom>
        </p:spPr>
      </p:pic>
      <p:grpSp>
        <p:nvGrpSpPr>
          <p:cNvPr id="94" name="Group 93">
            <a:extLst>
              <a:ext uri="{FF2B5EF4-FFF2-40B4-BE49-F238E27FC236}">
                <a16:creationId xmlns:a16="http://schemas.microsoft.com/office/drawing/2014/main" id="{0218CA55-D0B5-1BB3-95A9-9761606EC288}"/>
              </a:ext>
            </a:extLst>
          </p:cNvPr>
          <p:cNvGrpSpPr/>
          <p:nvPr/>
        </p:nvGrpSpPr>
        <p:grpSpPr>
          <a:xfrm>
            <a:off x="4452" y="4038470"/>
            <a:ext cx="2281178" cy="912685"/>
            <a:chOff x="64940" y="4634127"/>
            <a:chExt cx="1740635" cy="1099369"/>
          </a:xfrm>
        </p:grpSpPr>
        <p:pic>
          <p:nvPicPr>
            <p:cNvPr id="91" name="Picture 2">
              <a:extLst>
                <a:ext uri="{FF2B5EF4-FFF2-40B4-BE49-F238E27FC236}">
                  <a16:creationId xmlns:a16="http://schemas.microsoft.com/office/drawing/2014/main" id="{EE6D0F67-8596-FA2B-33DD-8BA46E8238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40" y="4634127"/>
              <a:ext cx="877888" cy="6604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2" name="Picture 3">
              <a:extLst>
                <a:ext uri="{FF2B5EF4-FFF2-40B4-BE49-F238E27FC236}">
                  <a16:creationId xmlns:a16="http://schemas.microsoft.com/office/drawing/2014/main" id="{39707BC1-1C10-F20D-A29F-52D1C9A3D3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5606" y="4822271"/>
              <a:ext cx="723900" cy="460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3" name="Picture 92" descr="A close up of a sign&#10;&#10;AI-generated content may be incorrect.">
              <a:extLst>
                <a:ext uri="{FF2B5EF4-FFF2-40B4-BE49-F238E27FC236}">
                  <a16:creationId xmlns:a16="http://schemas.microsoft.com/office/drawing/2014/main" id="{6917475B-D7C1-AAF9-6000-CD135E2FFF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080" y="5353157"/>
              <a:ext cx="1725495" cy="380339"/>
            </a:xfrm>
            <a:prstGeom prst="rect">
              <a:avLst/>
            </a:prstGeom>
          </p:spPr>
        </p:pic>
      </p:grpSp>
      <p:grpSp>
        <p:nvGrpSpPr>
          <p:cNvPr id="648" name="Group 647">
            <a:extLst>
              <a:ext uri="{FF2B5EF4-FFF2-40B4-BE49-F238E27FC236}">
                <a16:creationId xmlns:a16="http://schemas.microsoft.com/office/drawing/2014/main" id="{0A225852-58B8-D7B1-F17E-769D7E3395DA}"/>
              </a:ext>
            </a:extLst>
          </p:cNvPr>
          <p:cNvGrpSpPr/>
          <p:nvPr/>
        </p:nvGrpSpPr>
        <p:grpSpPr>
          <a:xfrm>
            <a:off x="2756328" y="8794762"/>
            <a:ext cx="240872" cy="398018"/>
            <a:chOff x="51866" y="8607533"/>
            <a:chExt cx="316447" cy="921557"/>
          </a:xfrm>
        </p:grpSpPr>
        <p:sp>
          <p:nvSpPr>
            <p:cNvPr id="103" name="Enveloppe">
              <a:extLst>
                <a:ext uri="{FF2B5EF4-FFF2-40B4-BE49-F238E27FC236}">
                  <a16:creationId xmlns:a16="http://schemas.microsoft.com/office/drawing/2014/main" id="{03EC083F-D771-45AF-9BFC-4147F9E09986}"/>
                </a:ext>
              </a:extLst>
            </p:cNvPr>
            <p:cNvSpPr/>
            <p:nvPr/>
          </p:nvSpPr>
          <p:spPr>
            <a:xfrm>
              <a:off x="51866" y="8607533"/>
              <a:ext cx="316447" cy="237441"/>
            </a:xfrm>
            <a:custGeom>
              <a:avLst/>
              <a:gdLst/>
              <a:ahLst/>
              <a:cxnLst>
                <a:cxn ang="0">
                  <a:pos x="wd2" y="hd2"/>
                </a:cxn>
                <a:cxn ang="5400000">
                  <a:pos x="wd2" y="hd2"/>
                </a:cxn>
                <a:cxn ang="10800000">
                  <a:pos x="wd2" y="hd2"/>
                </a:cxn>
                <a:cxn ang="16200000">
                  <a:pos x="wd2" y="hd2"/>
                </a:cxn>
              </a:cxnLst>
              <a:rect l="0" t="0" r="r" b="b"/>
              <a:pathLst>
                <a:path w="21600" h="21600" extrusionOk="0">
                  <a:moveTo>
                    <a:pt x="744" y="0"/>
                  </a:moveTo>
                  <a:lnTo>
                    <a:pt x="10803" y="12213"/>
                  </a:lnTo>
                  <a:lnTo>
                    <a:pt x="20856" y="0"/>
                  </a:lnTo>
                  <a:lnTo>
                    <a:pt x="744" y="0"/>
                  </a:lnTo>
                  <a:close/>
                  <a:moveTo>
                    <a:pt x="0" y="157"/>
                  </a:moveTo>
                  <a:lnTo>
                    <a:pt x="0" y="21418"/>
                  </a:lnTo>
                  <a:cubicBezTo>
                    <a:pt x="0" y="21518"/>
                    <a:pt x="52" y="21600"/>
                    <a:pt x="115" y="21600"/>
                  </a:cubicBezTo>
                  <a:lnTo>
                    <a:pt x="21485" y="21600"/>
                  </a:lnTo>
                  <a:cubicBezTo>
                    <a:pt x="21548" y="21600"/>
                    <a:pt x="21600" y="21518"/>
                    <a:pt x="21600" y="21418"/>
                  </a:cubicBezTo>
                  <a:lnTo>
                    <a:pt x="21600" y="157"/>
                  </a:lnTo>
                  <a:lnTo>
                    <a:pt x="10976" y="13181"/>
                  </a:lnTo>
                  <a:cubicBezTo>
                    <a:pt x="10924" y="13245"/>
                    <a:pt x="10861" y="13272"/>
                    <a:pt x="10797" y="13272"/>
                  </a:cubicBezTo>
                  <a:cubicBezTo>
                    <a:pt x="10734" y="13272"/>
                    <a:pt x="10669" y="13233"/>
                    <a:pt x="10612" y="13170"/>
                  </a:cubicBezTo>
                  <a:lnTo>
                    <a:pt x="0" y="157"/>
                  </a:lnTo>
                  <a:close/>
                </a:path>
              </a:pathLst>
            </a:custGeom>
            <a:solidFill>
              <a:schemeClr val="bg1"/>
            </a:solidFill>
            <a:ln w="3175">
              <a:miter lim="400000"/>
            </a:ln>
          </p:spPr>
          <p:txBody>
            <a:bodyPr lIns="30360" tIns="30360" rIns="30360" bIns="30360" anchor="ctr"/>
            <a:lstStyle/>
            <a:p>
              <a:pPr>
                <a:defRPr sz="2200" b="0">
                  <a:solidFill>
                    <a:srgbClr val="FFFFFF"/>
                  </a:solidFill>
                  <a:latin typeface="+mn-lt"/>
                  <a:ea typeface="+mn-ea"/>
                  <a:cs typeface="+mn-cs"/>
                  <a:sym typeface="Helvetica Neue Medium"/>
                </a:defRPr>
              </a:pPr>
              <a:endParaRPr sz="1000" dirty="0">
                <a:solidFill>
                  <a:srgbClr val="002060"/>
                </a:solidFill>
                <a:latin typeface="Daytona" panose="020B0604030500040204" pitchFamily="34" charset="0"/>
                <a:ea typeface="Cambria" panose="02040503050406030204" pitchFamily="18" charset="0"/>
              </a:endParaRPr>
            </a:p>
          </p:txBody>
        </p:sp>
        <p:sp>
          <p:nvSpPr>
            <p:cNvPr id="104" name="Téléphone">
              <a:extLst>
                <a:ext uri="{FF2B5EF4-FFF2-40B4-BE49-F238E27FC236}">
                  <a16:creationId xmlns:a16="http://schemas.microsoft.com/office/drawing/2014/main" id="{E2EF314B-0AC9-4ED9-8367-BAF5A5E7487F}"/>
                </a:ext>
              </a:extLst>
            </p:cNvPr>
            <p:cNvSpPr/>
            <p:nvPr/>
          </p:nvSpPr>
          <p:spPr>
            <a:xfrm>
              <a:off x="51866" y="8908042"/>
              <a:ext cx="221163" cy="237441"/>
            </a:xfrm>
            <a:custGeom>
              <a:avLst/>
              <a:gdLst/>
              <a:ahLst/>
              <a:cxnLst>
                <a:cxn ang="0">
                  <a:pos x="wd2" y="hd2"/>
                </a:cxn>
                <a:cxn ang="5400000">
                  <a:pos x="wd2" y="hd2"/>
                </a:cxn>
                <a:cxn ang="10800000">
                  <a:pos x="wd2" y="hd2"/>
                </a:cxn>
                <a:cxn ang="16200000">
                  <a:pos x="wd2" y="hd2"/>
                </a:cxn>
              </a:cxnLst>
              <a:rect l="0" t="0" r="r" b="b"/>
              <a:pathLst>
                <a:path w="21279" h="21372" extrusionOk="0">
                  <a:moveTo>
                    <a:pt x="4456" y="0"/>
                  </a:moveTo>
                  <a:cubicBezTo>
                    <a:pt x="4319" y="3"/>
                    <a:pt x="4182" y="47"/>
                    <a:pt x="4065" y="134"/>
                  </a:cubicBezTo>
                  <a:lnTo>
                    <a:pt x="2615" y="1212"/>
                  </a:lnTo>
                  <a:lnTo>
                    <a:pt x="6378" y="6378"/>
                  </a:lnTo>
                  <a:lnTo>
                    <a:pt x="7829" y="5299"/>
                  </a:lnTo>
                  <a:cubicBezTo>
                    <a:pt x="8140" y="5067"/>
                    <a:pt x="8206" y="4624"/>
                    <a:pt x="7975" y="4311"/>
                  </a:cubicBezTo>
                  <a:lnTo>
                    <a:pt x="5072" y="311"/>
                  </a:lnTo>
                  <a:cubicBezTo>
                    <a:pt x="4920" y="104"/>
                    <a:pt x="4686" y="-4"/>
                    <a:pt x="4456" y="0"/>
                  </a:cubicBezTo>
                  <a:close/>
                  <a:moveTo>
                    <a:pt x="2209" y="1514"/>
                  </a:moveTo>
                  <a:cubicBezTo>
                    <a:pt x="2209" y="1514"/>
                    <a:pt x="-223" y="3454"/>
                    <a:pt x="16" y="7120"/>
                  </a:cubicBezTo>
                  <a:cubicBezTo>
                    <a:pt x="16" y="7120"/>
                    <a:pt x="1473" y="11065"/>
                    <a:pt x="5867" y="15478"/>
                  </a:cubicBezTo>
                  <a:cubicBezTo>
                    <a:pt x="10261" y="19891"/>
                    <a:pt x="14189" y="21356"/>
                    <a:pt x="14189" y="21356"/>
                  </a:cubicBezTo>
                  <a:cubicBezTo>
                    <a:pt x="17838" y="21596"/>
                    <a:pt x="19772" y="19154"/>
                    <a:pt x="19772" y="19154"/>
                  </a:cubicBezTo>
                  <a:lnTo>
                    <a:pt x="14628" y="15374"/>
                  </a:lnTo>
                  <a:cubicBezTo>
                    <a:pt x="13735" y="16397"/>
                    <a:pt x="12393" y="16575"/>
                    <a:pt x="11402" y="15580"/>
                  </a:cubicBezTo>
                  <a:lnTo>
                    <a:pt x="5767" y="9920"/>
                  </a:lnTo>
                  <a:cubicBezTo>
                    <a:pt x="4776" y="8925"/>
                    <a:pt x="4954" y="7577"/>
                    <a:pt x="5972" y="6680"/>
                  </a:cubicBezTo>
                  <a:lnTo>
                    <a:pt x="2209" y="1514"/>
                  </a:lnTo>
                  <a:close/>
                  <a:moveTo>
                    <a:pt x="16463" y="13230"/>
                  </a:moveTo>
                  <a:cubicBezTo>
                    <a:pt x="16285" y="13257"/>
                    <a:pt x="16117" y="13351"/>
                    <a:pt x="16002" y="13508"/>
                  </a:cubicBezTo>
                  <a:lnTo>
                    <a:pt x="14929" y="14965"/>
                  </a:lnTo>
                  <a:lnTo>
                    <a:pt x="20071" y="18746"/>
                  </a:lnTo>
                  <a:lnTo>
                    <a:pt x="21146" y="17289"/>
                  </a:lnTo>
                  <a:cubicBezTo>
                    <a:pt x="21377" y="16976"/>
                    <a:pt x="21297" y="16523"/>
                    <a:pt x="20968" y="16278"/>
                  </a:cubicBezTo>
                  <a:lnTo>
                    <a:pt x="16985" y="13361"/>
                  </a:lnTo>
                  <a:cubicBezTo>
                    <a:pt x="16829" y="13245"/>
                    <a:pt x="16641" y="13204"/>
                    <a:pt x="16463" y="13230"/>
                  </a:cubicBezTo>
                  <a:close/>
                </a:path>
              </a:pathLst>
            </a:custGeom>
            <a:solidFill>
              <a:schemeClr val="bg1"/>
            </a:solidFill>
            <a:ln w="3175">
              <a:miter lim="400000"/>
            </a:ln>
          </p:spPr>
          <p:txBody>
            <a:bodyPr lIns="30360" tIns="30360" rIns="30360" bIns="30360" anchor="ctr"/>
            <a:lstStyle/>
            <a:p>
              <a:pPr>
                <a:defRPr sz="2200" b="0">
                  <a:solidFill>
                    <a:srgbClr val="FFFFFF"/>
                  </a:solidFill>
                  <a:latin typeface="+mn-lt"/>
                  <a:ea typeface="+mn-ea"/>
                  <a:cs typeface="+mn-cs"/>
                  <a:sym typeface="Helvetica Neue Medium"/>
                </a:defRPr>
              </a:pPr>
              <a:endParaRPr sz="2400">
                <a:solidFill>
                  <a:srgbClr val="002060"/>
                </a:solidFill>
                <a:latin typeface="Daytona" panose="020B0604030500040204" pitchFamily="34" charset="0"/>
                <a:ea typeface="Cambria" panose="02040503050406030204" pitchFamily="18" charset="0"/>
              </a:endParaRPr>
            </a:p>
          </p:txBody>
        </p:sp>
        <p:sp>
          <p:nvSpPr>
            <p:cNvPr id="647" name="شكل حر 78">
              <a:extLst>
                <a:ext uri="{FF2B5EF4-FFF2-40B4-BE49-F238E27FC236}">
                  <a16:creationId xmlns:a16="http://schemas.microsoft.com/office/drawing/2014/main" id="{9F8A0E4D-B48A-CF06-8E95-9DFA57E5DDAB}"/>
                </a:ext>
              </a:extLst>
            </p:cNvPr>
            <p:cNvSpPr>
              <a:spLocks noChangeAspect="1"/>
            </p:cNvSpPr>
            <p:nvPr/>
          </p:nvSpPr>
          <p:spPr>
            <a:xfrm>
              <a:off x="51866" y="9252999"/>
              <a:ext cx="188430" cy="276091"/>
            </a:xfrm>
            <a:custGeom>
              <a:avLst/>
              <a:gdLst>
                <a:gd name="connsiteX0" fmla="*/ 1316986 w 2647950"/>
                <a:gd name="connsiteY0" fmla="*/ 704850 h 3976070"/>
                <a:gd name="connsiteX1" fmla="*/ 776597 w 2647950"/>
                <a:gd name="connsiteY1" fmla="*/ 1245239 h 3976070"/>
                <a:gd name="connsiteX2" fmla="*/ 1316986 w 2647950"/>
                <a:gd name="connsiteY2" fmla="*/ 1785628 h 3976070"/>
                <a:gd name="connsiteX3" fmla="*/ 1857375 w 2647950"/>
                <a:gd name="connsiteY3" fmla="*/ 1245239 h 3976070"/>
                <a:gd name="connsiteX4" fmla="*/ 1316986 w 2647950"/>
                <a:gd name="connsiteY4" fmla="*/ 704850 h 3976070"/>
                <a:gd name="connsiteX5" fmla="*/ 1323975 w 2647950"/>
                <a:gd name="connsiteY5" fmla="*/ 0 h 3976070"/>
                <a:gd name="connsiteX6" fmla="*/ 2647950 w 2647950"/>
                <a:gd name="connsiteY6" fmla="*/ 1323975 h 3976070"/>
                <a:gd name="connsiteX7" fmla="*/ 2421836 w 2647950"/>
                <a:gd name="connsiteY7" fmla="*/ 2064222 h 3976070"/>
                <a:gd name="connsiteX8" fmla="*/ 2358543 w 2647950"/>
                <a:gd name="connsiteY8" fmla="*/ 2148863 h 3976070"/>
                <a:gd name="connsiteX9" fmla="*/ 1334733 w 2647950"/>
                <a:gd name="connsiteY9" fmla="*/ 3976070 h 3976070"/>
                <a:gd name="connsiteX10" fmla="*/ 273757 w 2647950"/>
                <a:gd name="connsiteY10" fmla="*/ 2127934 h 3976070"/>
                <a:gd name="connsiteX11" fmla="*/ 226114 w 2647950"/>
                <a:gd name="connsiteY11" fmla="*/ 2064222 h 3976070"/>
                <a:gd name="connsiteX12" fmla="*/ 0 w 2647950"/>
                <a:gd name="connsiteY12" fmla="*/ 1323975 h 3976070"/>
                <a:gd name="connsiteX13" fmla="*/ 1323975 w 2647950"/>
                <a:gd name="connsiteY13" fmla="*/ 0 h 397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47950" h="3976070">
                  <a:moveTo>
                    <a:pt x="1316986" y="704850"/>
                  </a:moveTo>
                  <a:cubicBezTo>
                    <a:pt x="1018537" y="704850"/>
                    <a:pt x="776597" y="946790"/>
                    <a:pt x="776597" y="1245239"/>
                  </a:cubicBezTo>
                  <a:cubicBezTo>
                    <a:pt x="776597" y="1543688"/>
                    <a:pt x="1018537" y="1785628"/>
                    <a:pt x="1316986" y="1785628"/>
                  </a:cubicBezTo>
                  <a:cubicBezTo>
                    <a:pt x="1615435" y="1785628"/>
                    <a:pt x="1857375" y="1543688"/>
                    <a:pt x="1857375" y="1245239"/>
                  </a:cubicBezTo>
                  <a:cubicBezTo>
                    <a:pt x="1857375" y="946790"/>
                    <a:pt x="1615435" y="704850"/>
                    <a:pt x="1316986" y="704850"/>
                  </a:cubicBezTo>
                  <a:close/>
                  <a:moveTo>
                    <a:pt x="1323975" y="0"/>
                  </a:moveTo>
                  <a:cubicBezTo>
                    <a:pt x="2055186" y="0"/>
                    <a:pt x="2647950" y="592764"/>
                    <a:pt x="2647950" y="1323975"/>
                  </a:cubicBezTo>
                  <a:cubicBezTo>
                    <a:pt x="2647950" y="1598179"/>
                    <a:pt x="2564593" y="1852914"/>
                    <a:pt x="2421836" y="2064222"/>
                  </a:cubicBezTo>
                  <a:lnTo>
                    <a:pt x="2358543" y="2148863"/>
                  </a:lnTo>
                  <a:lnTo>
                    <a:pt x="1334733" y="3976070"/>
                  </a:lnTo>
                  <a:lnTo>
                    <a:pt x="273757" y="2127934"/>
                  </a:lnTo>
                  <a:lnTo>
                    <a:pt x="226114" y="2064222"/>
                  </a:lnTo>
                  <a:cubicBezTo>
                    <a:pt x="83358" y="1852914"/>
                    <a:pt x="0" y="1598179"/>
                    <a:pt x="0" y="1323975"/>
                  </a:cubicBezTo>
                  <a:cubicBezTo>
                    <a:pt x="0" y="592764"/>
                    <a:pt x="592764" y="0"/>
                    <a:pt x="1323975" y="0"/>
                  </a:cubicBezTo>
                  <a:close/>
                </a:path>
              </a:pathLst>
            </a:custGeom>
            <a:solidFill>
              <a:sysClr val="window" lastClr="FFFFFF"/>
            </a:solidFill>
            <a:ln w="79375" cap="flat" cmpd="sng" algn="ctr">
              <a:noFill/>
              <a:prstDash val="solid"/>
            </a:ln>
            <a:effectLst/>
          </p:spPr>
          <p:txBody>
            <a:bodyPr rot="0" spcFirstLastPara="0" vert="horz" wrap="square" lIns="98694" tIns="49347" rIns="98694" bIns="49347" numCol="1" spcCol="0" rtlCol="1" fromWordArt="0" anchor="ctr" anchorCtr="0" forceAA="0" compatLnSpc="1">
              <a:prstTxWarp prst="textNoShape">
                <a:avLst/>
              </a:prstTxWarp>
              <a:noAutofit/>
            </a:bodyPr>
            <a:lstStyle/>
            <a:p>
              <a:endParaRPr lang="en-US"/>
            </a:p>
          </p:txBody>
        </p:sp>
      </p:grpSp>
      <p:grpSp>
        <p:nvGrpSpPr>
          <p:cNvPr id="3" name="Group 2">
            <a:extLst>
              <a:ext uri="{FF2B5EF4-FFF2-40B4-BE49-F238E27FC236}">
                <a16:creationId xmlns:a16="http://schemas.microsoft.com/office/drawing/2014/main" id="{F7188496-8494-B039-C80D-1F7681C793EA}"/>
              </a:ext>
            </a:extLst>
          </p:cNvPr>
          <p:cNvGrpSpPr/>
          <p:nvPr/>
        </p:nvGrpSpPr>
        <p:grpSpPr>
          <a:xfrm>
            <a:off x="2306918" y="4022180"/>
            <a:ext cx="4557130" cy="307533"/>
            <a:chOff x="2261721" y="658590"/>
            <a:chExt cx="4557130" cy="333992"/>
          </a:xfrm>
        </p:grpSpPr>
        <p:sp>
          <p:nvSpPr>
            <p:cNvPr id="651" name="SUMMARY">
              <a:extLst>
                <a:ext uri="{FF2B5EF4-FFF2-40B4-BE49-F238E27FC236}">
                  <a16:creationId xmlns:a16="http://schemas.microsoft.com/office/drawing/2014/main" id="{4AF8B696-6102-CDBE-6367-B9E704913F96}"/>
                </a:ext>
              </a:extLst>
            </p:cNvPr>
            <p:cNvSpPr txBox="1"/>
            <p:nvPr/>
          </p:nvSpPr>
          <p:spPr>
            <a:xfrm>
              <a:off x="2261721" y="658590"/>
              <a:ext cx="2915774" cy="33399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360" tIns="30360" rIns="30360" bIns="30360" anchor="ctr">
              <a:spAutoFit/>
            </a:bodyPr>
            <a:lstStyle>
              <a:lvl1pPr algn="l">
                <a:defRPr sz="1700">
                  <a:latin typeface="Calibri"/>
                  <a:ea typeface="Calibri"/>
                  <a:cs typeface="Calibri"/>
                  <a:sym typeface="Calibri"/>
                </a:defRPr>
              </a:lvl1pPr>
            </a:lstStyle>
            <a:p>
              <a:r>
                <a:rPr lang="en-US" sz="1600" b="1" dirty="0">
                  <a:solidFill>
                    <a:srgbClr val="002060"/>
                  </a:solidFill>
                  <a:latin typeface="Georgia" panose="02040502050405020303" pitchFamily="18" charset="0"/>
                  <a:ea typeface="Cambria" panose="02040503050406030204" pitchFamily="18" charset="0"/>
                </a:rPr>
                <a:t>Projects Experience</a:t>
              </a:r>
            </a:p>
          </p:txBody>
        </p:sp>
        <p:cxnSp>
          <p:nvCxnSpPr>
            <p:cNvPr id="709" name="Straight Connector 708">
              <a:extLst>
                <a:ext uri="{FF2B5EF4-FFF2-40B4-BE49-F238E27FC236}">
                  <a16:creationId xmlns:a16="http://schemas.microsoft.com/office/drawing/2014/main" id="{CDF2941C-2BE6-7F0D-234B-643869E1B323}"/>
                </a:ext>
              </a:extLst>
            </p:cNvPr>
            <p:cNvCxnSpPr>
              <a:cxnSpLocks/>
            </p:cNvCxnSpPr>
            <p:nvPr/>
          </p:nvCxnSpPr>
          <p:spPr>
            <a:xfrm>
              <a:off x="2280530" y="989910"/>
              <a:ext cx="4538321" cy="0"/>
            </a:xfrm>
            <a:prstGeom prst="line">
              <a:avLst/>
            </a:prstGeom>
            <a:noFill/>
            <a:ln w="12700" cap="flat">
              <a:solidFill>
                <a:srgbClr val="002060"/>
              </a:solidFill>
              <a:prstDash val="solid"/>
              <a:miter lim="400000"/>
            </a:ln>
            <a:effectLst/>
            <a:sp3d/>
          </p:spPr>
          <p:style>
            <a:lnRef idx="0">
              <a:scrgbClr r="0" g="0" b="0"/>
            </a:lnRef>
            <a:fillRef idx="0">
              <a:scrgbClr r="0" g="0" b="0"/>
            </a:fillRef>
            <a:effectRef idx="0">
              <a:scrgbClr r="0" g="0" b="0"/>
            </a:effectRef>
            <a:fontRef idx="none"/>
          </p:style>
        </p:cxnSp>
      </p:grpSp>
      <p:grpSp>
        <p:nvGrpSpPr>
          <p:cNvPr id="2" name="Group 1">
            <a:extLst>
              <a:ext uri="{FF2B5EF4-FFF2-40B4-BE49-F238E27FC236}">
                <a16:creationId xmlns:a16="http://schemas.microsoft.com/office/drawing/2014/main" id="{00B3F2C7-DE67-639D-506F-5F789B5C5F95}"/>
              </a:ext>
            </a:extLst>
          </p:cNvPr>
          <p:cNvGrpSpPr/>
          <p:nvPr/>
        </p:nvGrpSpPr>
        <p:grpSpPr>
          <a:xfrm>
            <a:off x="2322015" y="8868742"/>
            <a:ext cx="4540216" cy="357064"/>
            <a:chOff x="2322015" y="7132154"/>
            <a:chExt cx="4540216" cy="357064"/>
          </a:xfrm>
        </p:grpSpPr>
        <p:sp>
          <p:nvSpPr>
            <p:cNvPr id="438" name="SUMMARY">
              <a:extLst>
                <a:ext uri="{FF2B5EF4-FFF2-40B4-BE49-F238E27FC236}">
                  <a16:creationId xmlns:a16="http://schemas.microsoft.com/office/drawing/2014/main" id="{6142F90B-34B0-811B-BAF4-8083B526EB3B}"/>
                </a:ext>
              </a:extLst>
            </p:cNvPr>
            <p:cNvSpPr txBox="1"/>
            <p:nvPr/>
          </p:nvSpPr>
          <p:spPr>
            <a:xfrm>
              <a:off x="2372835" y="7132154"/>
              <a:ext cx="2915778" cy="30753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360" tIns="30360" rIns="30360" bIns="30360" anchor="ctr">
              <a:spAutoFit/>
            </a:bodyPr>
            <a:lstStyle>
              <a:lvl1pPr algn="l">
                <a:defRPr sz="1700">
                  <a:latin typeface="Calibri"/>
                  <a:ea typeface="Calibri"/>
                  <a:cs typeface="Calibri"/>
                  <a:sym typeface="Calibri"/>
                </a:defRPr>
              </a:lvl1pPr>
            </a:lstStyle>
            <a:p>
              <a:r>
                <a:rPr lang="en-US" sz="1600" b="1" dirty="0">
                  <a:solidFill>
                    <a:srgbClr val="002060"/>
                  </a:solidFill>
                  <a:latin typeface="Georgia" panose="02040502050405020303" pitchFamily="18" charset="0"/>
                  <a:ea typeface="Cambria" panose="02040503050406030204" pitchFamily="18" charset="0"/>
                </a:rPr>
                <a:t>Work Experience</a:t>
              </a:r>
            </a:p>
          </p:txBody>
        </p:sp>
        <p:cxnSp>
          <p:nvCxnSpPr>
            <p:cNvPr id="710" name="Straight Connector 709">
              <a:extLst>
                <a:ext uri="{FF2B5EF4-FFF2-40B4-BE49-F238E27FC236}">
                  <a16:creationId xmlns:a16="http://schemas.microsoft.com/office/drawing/2014/main" id="{E1CAF94A-8298-DFBA-1958-48E69E9E8CA3}"/>
                </a:ext>
              </a:extLst>
            </p:cNvPr>
            <p:cNvCxnSpPr>
              <a:cxnSpLocks/>
            </p:cNvCxnSpPr>
            <p:nvPr/>
          </p:nvCxnSpPr>
          <p:spPr>
            <a:xfrm>
              <a:off x="2322015" y="7489218"/>
              <a:ext cx="4540216" cy="0"/>
            </a:xfrm>
            <a:prstGeom prst="line">
              <a:avLst/>
            </a:prstGeom>
            <a:noFill/>
            <a:ln w="12700" cap="flat">
              <a:solidFill>
                <a:srgbClr val="002060"/>
              </a:solidFill>
              <a:prstDash val="solid"/>
              <a:miter lim="400000"/>
            </a:ln>
            <a:effectLst/>
            <a:sp3d/>
          </p:spPr>
          <p:style>
            <a:lnRef idx="0">
              <a:scrgbClr r="0" g="0" b="0"/>
            </a:lnRef>
            <a:fillRef idx="0">
              <a:scrgbClr r="0" g="0" b="0"/>
            </a:fillRef>
            <a:effectRef idx="0">
              <a:scrgbClr r="0" g="0" b="0"/>
            </a:effectRef>
            <a:fontRef idx="none"/>
          </p:style>
        </p:cxnSp>
      </p:grpSp>
      <p:sp>
        <p:nvSpPr>
          <p:cNvPr id="22" name="Ut enim ad minim veniam, quis nostrud exerc. Irure dolor in reprehend incididunt ut labore et dolore magna aliqua. Ut enim ad minim veniam, quis nostrud exercitation ullamco laboris nisi ut aliquip ex ea commodo consequat.">
            <a:extLst>
              <a:ext uri="{FF2B5EF4-FFF2-40B4-BE49-F238E27FC236}">
                <a16:creationId xmlns:a16="http://schemas.microsoft.com/office/drawing/2014/main" id="{B4A477BD-8976-CC03-7CF4-9F3B59C85842}"/>
              </a:ext>
            </a:extLst>
          </p:cNvPr>
          <p:cNvSpPr txBox="1"/>
          <p:nvPr/>
        </p:nvSpPr>
        <p:spPr>
          <a:xfrm>
            <a:off x="2303820" y="399405"/>
            <a:ext cx="4557130" cy="342377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360" tIns="30360" rIns="30360" bIns="30360" anchor="ctr">
            <a:spAutoFit/>
          </a:bodyPr>
          <a:lstStyle>
            <a:lvl1pPr algn="l">
              <a:defRPr sz="1100" b="0">
                <a:solidFill>
                  <a:srgbClr val="5E5E5E"/>
                </a:solidFill>
                <a:latin typeface="Calibri"/>
                <a:ea typeface="Calibri"/>
                <a:cs typeface="Calibri"/>
                <a:sym typeface="Calibri"/>
              </a:defRPr>
            </a:lvl1pPr>
          </a:lstStyle>
          <a:p>
            <a:pPr marL="171450" indent="-171450">
              <a:buFont typeface="Wingdings" panose="05000000000000000000" pitchFamily="2" charset="2"/>
              <a:buChar char="Ø"/>
            </a:pPr>
            <a:r>
              <a:rPr lang="en-US" sz="950" dirty="0">
                <a:solidFill>
                  <a:schemeClr val="tx1"/>
                </a:solidFill>
                <a:latin typeface="Daytona" panose="020B0604030500040204" pitchFamily="34" charset="0"/>
              </a:rPr>
              <a:t>Seasoned </a:t>
            </a:r>
            <a:r>
              <a:rPr lang="en-US" sz="950" b="1" dirty="0">
                <a:solidFill>
                  <a:schemeClr val="tx1"/>
                </a:solidFill>
                <a:latin typeface="Daytona" panose="020B0604030500040204" pitchFamily="34" charset="0"/>
              </a:rPr>
              <a:t>QA, Test Lead </a:t>
            </a:r>
            <a:r>
              <a:rPr lang="en-US" sz="950" dirty="0">
                <a:solidFill>
                  <a:schemeClr val="tx1"/>
                </a:solidFill>
                <a:latin typeface="Daytona" panose="020B0604030500040204" pitchFamily="34" charset="0"/>
              </a:rPr>
              <a:t>and </a:t>
            </a:r>
            <a:r>
              <a:rPr lang="en-US" sz="950" b="1" dirty="0">
                <a:solidFill>
                  <a:schemeClr val="tx1"/>
                </a:solidFill>
                <a:latin typeface="Daytona" panose="020B0604030500040204" pitchFamily="34" charset="0"/>
              </a:rPr>
              <a:t>CSV Lead </a:t>
            </a:r>
            <a:r>
              <a:rPr lang="en-US" sz="950" dirty="0">
                <a:solidFill>
                  <a:schemeClr val="tx1"/>
                </a:solidFill>
                <a:latin typeface="Daytona" panose="020B0604030500040204" pitchFamily="34" charset="0"/>
              </a:rPr>
              <a:t>with 18+ years of experience in software testing, quality assurance, and compliance-focused reviews across life sciences, banking, and digital platforms. </a:t>
            </a:r>
          </a:p>
          <a:p>
            <a:pPr marL="171450" indent="-171450">
              <a:buFont typeface="Wingdings" panose="05000000000000000000" pitchFamily="2" charset="2"/>
              <a:buChar char="Ø"/>
            </a:pPr>
            <a:r>
              <a:rPr lang="en-US" sz="950" dirty="0">
                <a:solidFill>
                  <a:schemeClr val="tx1"/>
                </a:solidFill>
                <a:latin typeface="Daytona" panose="020B0604030500040204" pitchFamily="34" charset="0"/>
              </a:rPr>
              <a:t>Skilled in </a:t>
            </a:r>
            <a:r>
              <a:rPr lang="en-US" sz="950" b="1" dirty="0">
                <a:solidFill>
                  <a:schemeClr val="tx1"/>
                </a:solidFill>
                <a:latin typeface="Daytona" panose="020B0604030500040204" pitchFamily="34" charset="0"/>
              </a:rPr>
              <a:t>leading cross-functional teams</a:t>
            </a:r>
            <a:r>
              <a:rPr lang="en-US" sz="950" dirty="0">
                <a:solidFill>
                  <a:schemeClr val="tx1"/>
                </a:solidFill>
                <a:latin typeface="Daytona" panose="020B0604030500040204" pitchFamily="34" charset="0"/>
              </a:rPr>
              <a:t>, </a:t>
            </a:r>
            <a:r>
              <a:rPr lang="en-US" sz="950" b="1" dirty="0">
                <a:solidFill>
                  <a:schemeClr val="tx1"/>
                </a:solidFill>
                <a:latin typeface="Daytona" panose="020B0604030500040204" pitchFamily="34" charset="0"/>
              </a:rPr>
              <a:t>managing stakeholder communication</a:t>
            </a:r>
            <a:r>
              <a:rPr lang="en-US" sz="950" dirty="0">
                <a:solidFill>
                  <a:schemeClr val="tx1"/>
                </a:solidFill>
                <a:latin typeface="Daytona" panose="020B0604030500040204" pitchFamily="34" charset="0"/>
              </a:rPr>
              <a:t>, and ensuring regulatory compliance under Agile/SCRUM methodologies. </a:t>
            </a:r>
          </a:p>
          <a:p>
            <a:pPr marL="171450" indent="-171450">
              <a:buFont typeface="Wingdings" panose="05000000000000000000" pitchFamily="2" charset="2"/>
              <a:buChar char="Ø"/>
            </a:pPr>
            <a:r>
              <a:rPr lang="en-US" sz="950" dirty="0">
                <a:solidFill>
                  <a:schemeClr val="tx1"/>
                </a:solidFill>
                <a:latin typeface="Daytona" panose="020B0604030500040204" pitchFamily="34" charset="0"/>
              </a:rPr>
              <a:t>Core expertise in gathering requirements, </a:t>
            </a:r>
            <a:r>
              <a:rPr lang="en-US" sz="950" b="1" dirty="0">
                <a:solidFill>
                  <a:schemeClr val="tx1"/>
                </a:solidFill>
                <a:latin typeface="Daytona" panose="020B0604030500040204" pitchFamily="34" charset="0"/>
              </a:rPr>
              <a:t>creating test plans, test estimations, developing test strategies, scheduling, resource planning</a:t>
            </a:r>
            <a:r>
              <a:rPr lang="en-US" sz="950" dirty="0">
                <a:solidFill>
                  <a:schemeClr val="tx1"/>
                </a:solidFill>
                <a:latin typeface="Daytona" panose="020B0604030500040204" pitchFamily="34" charset="0"/>
              </a:rPr>
              <a:t>, writing/review test scenarios and cases, maintaining a traceability matrix, preparing/maintaining test data, and producing </a:t>
            </a:r>
            <a:r>
              <a:rPr lang="en-US" sz="950" b="1" dirty="0">
                <a:solidFill>
                  <a:schemeClr val="tx1"/>
                </a:solidFill>
                <a:latin typeface="Daytona" panose="020B0604030500040204" pitchFamily="34" charset="0"/>
              </a:rPr>
              <a:t>testing progress and completion reports.</a:t>
            </a:r>
          </a:p>
          <a:p>
            <a:pPr marL="171450" indent="-171450">
              <a:buFont typeface="Wingdings" panose="05000000000000000000" pitchFamily="2" charset="2"/>
              <a:buChar char="Ø"/>
            </a:pPr>
            <a:r>
              <a:rPr lang="en-US" sz="950" dirty="0">
                <a:solidFill>
                  <a:schemeClr val="tx1"/>
                </a:solidFill>
                <a:latin typeface="Daytona" panose="020B0604030500040204" pitchFamily="34" charset="0"/>
              </a:rPr>
              <a:t>Recognized for driving efficiency, reducing defect leakage, and delivering high-quality releases through risk management, root cause analysis, and standardized testing practices.</a:t>
            </a:r>
          </a:p>
          <a:p>
            <a:pPr marL="171450" indent="-171450">
              <a:buFont typeface="Wingdings" panose="05000000000000000000" pitchFamily="2" charset="2"/>
              <a:buChar char="Ø"/>
            </a:pPr>
            <a:r>
              <a:rPr lang="en-US" sz="950" dirty="0">
                <a:solidFill>
                  <a:schemeClr val="tx1"/>
                </a:solidFill>
                <a:latin typeface="Daytona" panose="020B0604030500040204" pitchFamily="34" charset="0"/>
              </a:rPr>
              <a:t>Contributed towards design and implementation of a robust </a:t>
            </a:r>
            <a:r>
              <a:rPr lang="en-US" sz="950" b="1" dirty="0">
                <a:solidFill>
                  <a:schemeClr val="tx1"/>
                </a:solidFill>
                <a:latin typeface="Daytona" panose="020B0604030500040204" pitchFamily="34" charset="0"/>
              </a:rPr>
              <a:t>Test automation framework</a:t>
            </a:r>
            <a:r>
              <a:rPr lang="en-US" sz="950" dirty="0">
                <a:solidFill>
                  <a:schemeClr val="tx1"/>
                </a:solidFill>
                <a:latin typeface="Daytona" panose="020B0604030500040204" pitchFamily="34" charset="0"/>
              </a:rPr>
              <a:t> utilizing </a:t>
            </a:r>
            <a:r>
              <a:rPr lang="en-US" sz="950" b="1" dirty="0">
                <a:solidFill>
                  <a:schemeClr val="tx1"/>
                </a:solidFill>
                <a:latin typeface="Daytona" panose="020B0604030500040204" pitchFamily="34" charset="0"/>
              </a:rPr>
              <a:t>Playwright</a:t>
            </a:r>
            <a:r>
              <a:rPr lang="en-US" sz="950" dirty="0">
                <a:solidFill>
                  <a:schemeClr val="tx1"/>
                </a:solidFill>
                <a:latin typeface="Daytona" panose="020B0604030500040204" pitchFamily="34" charset="0"/>
              </a:rPr>
              <a:t> for functional testing and </a:t>
            </a:r>
            <a:r>
              <a:rPr lang="en-US" sz="950" b="1" dirty="0">
                <a:solidFill>
                  <a:schemeClr val="tx1"/>
                </a:solidFill>
                <a:latin typeface="Daytona" panose="020B0604030500040204" pitchFamily="34" charset="0"/>
              </a:rPr>
              <a:t>Applitool</a:t>
            </a:r>
            <a:r>
              <a:rPr lang="en-US" sz="950" dirty="0">
                <a:solidFill>
                  <a:schemeClr val="tx1"/>
                </a:solidFill>
                <a:latin typeface="Daytona" panose="020B0604030500040204" pitchFamily="34" charset="0"/>
              </a:rPr>
              <a:t> for visual validation, ensuring pixel-perfect UI consistency across browsers and devices. </a:t>
            </a:r>
          </a:p>
          <a:p>
            <a:pPr marL="171450" indent="-171450">
              <a:buFont typeface="Wingdings" panose="05000000000000000000" pitchFamily="2" charset="2"/>
              <a:buChar char="Ø"/>
            </a:pPr>
            <a:r>
              <a:rPr lang="en-US" sz="950" dirty="0">
                <a:solidFill>
                  <a:schemeClr val="tx1"/>
                </a:solidFill>
                <a:latin typeface="Daytona" panose="020B0604030500040204" pitchFamily="34" charset="0"/>
              </a:rPr>
              <a:t>Built the framework in </a:t>
            </a:r>
            <a:r>
              <a:rPr lang="en-US" sz="950" b="1" dirty="0">
                <a:solidFill>
                  <a:schemeClr val="tx1"/>
                </a:solidFill>
                <a:latin typeface="Daytona" panose="020B0604030500040204" pitchFamily="34" charset="0"/>
              </a:rPr>
              <a:t>TypeScript</a:t>
            </a:r>
            <a:r>
              <a:rPr lang="en-US" sz="950" dirty="0">
                <a:solidFill>
                  <a:schemeClr val="tx1"/>
                </a:solidFill>
                <a:latin typeface="Daytona" panose="020B0604030500040204" pitchFamily="34" charset="0"/>
              </a:rPr>
              <a:t> to enable strong typing, modular design, and a scalable, maintainable test architecture.</a:t>
            </a:r>
          </a:p>
          <a:p>
            <a:pPr marL="171450" indent="-171450">
              <a:buFont typeface="Wingdings" panose="05000000000000000000" pitchFamily="2" charset="2"/>
              <a:buChar char="Ø"/>
            </a:pPr>
            <a:r>
              <a:rPr lang="en-US" sz="950" dirty="0">
                <a:solidFill>
                  <a:schemeClr val="tx1"/>
                </a:solidFill>
                <a:latin typeface="Daytona" panose="020B0604030500040204" pitchFamily="34" charset="0"/>
              </a:rPr>
              <a:t>Contributed to design &amp;implementation of automated </a:t>
            </a:r>
            <a:r>
              <a:rPr lang="en-US" sz="950" b="1" dirty="0">
                <a:solidFill>
                  <a:schemeClr val="tx1"/>
                </a:solidFill>
                <a:latin typeface="Daytona" panose="020B0604030500040204" pitchFamily="34" charset="0"/>
              </a:rPr>
              <a:t>API testing </a:t>
            </a:r>
            <a:r>
              <a:rPr lang="en-US" sz="950" dirty="0">
                <a:solidFill>
                  <a:schemeClr val="tx1"/>
                </a:solidFill>
                <a:latin typeface="Daytona" panose="020B0604030500040204" pitchFamily="34" charset="0"/>
              </a:rPr>
              <a:t>for Adobe Experience Manager (AEM) components using </a:t>
            </a:r>
            <a:r>
              <a:rPr lang="en-US" sz="950" b="1" dirty="0">
                <a:solidFill>
                  <a:schemeClr val="tx1"/>
                </a:solidFill>
                <a:latin typeface="Daytona" panose="020B0604030500040204" pitchFamily="34" charset="0"/>
              </a:rPr>
              <a:t>POSTMAN</a:t>
            </a:r>
            <a:r>
              <a:rPr lang="en-US" sz="950" dirty="0">
                <a:solidFill>
                  <a:schemeClr val="tx1"/>
                </a:solidFill>
                <a:latin typeface="Daytona" panose="020B0604030500040204" pitchFamily="34" charset="0"/>
              </a:rPr>
              <a:t>, creating smoke test suites to validate critical functionality after every build.</a:t>
            </a:r>
          </a:p>
        </p:txBody>
      </p:sp>
      <p:sp>
        <p:nvSpPr>
          <p:cNvPr id="23" name="SUMMARY">
            <a:extLst>
              <a:ext uri="{FF2B5EF4-FFF2-40B4-BE49-F238E27FC236}">
                <a16:creationId xmlns:a16="http://schemas.microsoft.com/office/drawing/2014/main" id="{9FA26E52-2B94-55A8-5200-CF0694FC8A44}"/>
              </a:ext>
            </a:extLst>
          </p:cNvPr>
          <p:cNvSpPr txBox="1"/>
          <p:nvPr/>
        </p:nvSpPr>
        <p:spPr>
          <a:xfrm>
            <a:off x="2325727" y="4339586"/>
            <a:ext cx="4546536" cy="4300935"/>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360" tIns="30360" rIns="30360" bIns="30360" anchor="ctr">
            <a:spAutoFit/>
          </a:bodyPr>
          <a:lstStyle>
            <a:lvl1pPr algn="l">
              <a:defRPr sz="1700">
                <a:latin typeface="Calibri"/>
                <a:ea typeface="Calibri"/>
                <a:cs typeface="Calibri"/>
                <a:sym typeface="Calibri"/>
              </a:defRPr>
            </a:lvl1pPr>
          </a:lstStyle>
          <a:p>
            <a:pPr marL="171450" indent="-171450">
              <a:buFont typeface="Wingdings" panose="05000000000000000000" pitchFamily="2" charset="2"/>
              <a:buChar char="§"/>
            </a:pPr>
            <a:r>
              <a:rPr lang="en-US" sz="950" b="1" dirty="0">
                <a:latin typeface="Daytona" panose="020B0604030500040204" pitchFamily="34" charset="0"/>
              </a:rPr>
              <a:t>Merck KGaA, Germany </a:t>
            </a:r>
            <a:r>
              <a:rPr lang="en-US" sz="950" b="1" dirty="0">
                <a:solidFill>
                  <a:srgbClr val="00B0F0"/>
                </a:solidFill>
                <a:latin typeface="Daytona" panose="020B0604030500040204" pitchFamily="34" charset="0"/>
              </a:rPr>
              <a:t>(</a:t>
            </a:r>
            <a:r>
              <a:rPr lang="en-US" sz="950" dirty="0">
                <a:solidFill>
                  <a:srgbClr val="00B0F0"/>
                </a:solidFill>
                <a:latin typeface="Daytona" panose="020B0604030500040204" pitchFamily="34" charset="0"/>
              </a:rPr>
              <a:t>CSV Test Lead, Automation Tester and Project Management Support &amp; Coordination</a:t>
            </a:r>
            <a:r>
              <a:rPr lang="en-US" sz="950" b="1" dirty="0">
                <a:solidFill>
                  <a:srgbClr val="00B0F0"/>
                </a:solidFill>
                <a:latin typeface="Daytona" panose="020B0604030500040204" pitchFamily="34" charset="0"/>
              </a:rPr>
              <a:t>)</a:t>
            </a:r>
            <a:endParaRPr lang="en-US" sz="950" dirty="0">
              <a:solidFill>
                <a:srgbClr val="002060"/>
              </a:solidFill>
              <a:latin typeface="Daytona" panose="020B0604030500040204" pitchFamily="34" charset="0"/>
            </a:endParaRPr>
          </a:p>
          <a:p>
            <a:pPr marL="360363" indent="-171450">
              <a:buFont typeface="Courier New" panose="02070309020205020404" pitchFamily="49" charset="0"/>
              <a:buChar char="o"/>
            </a:pPr>
            <a:r>
              <a:rPr lang="en-US" sz="950" dirty="0">
                <a:latin typeface="Daytona" panose="020B0604030500040204" pitchFamily="34" charset="0"/>
              </a:rPr>
              <a:t>Performed Test Lead role for migration project involving 40k webpages into AEM framework.</a:t>
            </a:r>
          </a:p>
          <a:p>
            <a:pPr marL="360363" indent="-171450">
              <a:buFont typeface="Courier New" panose="02070309020205020404" pitchFamily="49" charset="0"/>
              <a:buChar char="o"/>
            </a:pPr>
            <a:r>
              <a:rPr lang="en-US" sz="950" dirty="0">
                <a:latin typeface="Daytona" panose="020B0604030500040204" pitchFamily="34" charset="0"/>
              </a:rPr>
              <a:t>Design and implementation of Test Automation Framework for webpage pixel by pixel validation.</a:t>
            </a:r>
          </a:p>
          <a:p>
            <a:pPr marL="360363" indent="-171450">
              <a:buFont typeface="Courier New" panose="02070309020205020404" pitchFamily="49" charset="0"/>
              <a:buChar char="o"/>
            </a:pPr>
            <a:r>
              <a:rPr lang="en-US" sz="950" dirty="0">
                <a:latin typeface="Daytona" panose="020B0604030500040204" pitchFamily="34" charset="0"/>
              </a:rPr>
              <a:t>Oversaw project monitoring, control, and reporting, ensuring smooth coordination among diverse stakeholders throughout the release cycle.</a:t>
            </a:r>
          </a:p>
          <a:p>
            <a:pPr marL="360363" indent="-171450">
              <a:buFont typeface="Courier New" panose="02070309020205020404" pitchFamily="49" charset="0"/>
              <a:buChar char="o"/>
            </a:pPr>
            <a:r>
              <a:rPr lang="en-US" sz="950" dirty="0">
                <a:latin typeface="Daytona" panose="020B0604030500040204" pitchFamily="34" charset="0"/>
              </a:rPr>
              <a:t>Performed compliance-focused reviews of CD/FDD/TDS documents.</a:t>
            </a:r>
          </a:p>
          <a:p>
            <a:pPr marL="188913"/>
            <a:endParaRPr lang="en-US" sz="950" dirty="0">
              <a:solidFill>
                <a:srgbClr val="002060"/>
              </a:solidFill>
              <a:latin typeface="Daytona" panose="020B0604030500040204" pitchFamily="34" charset="0"/>
            </a:endParaRPr>
          </a:p>
          <a:p>
            <a:pPr marL="171450" indent="-171450">
              <a:buFont typeface="Wingdings" panose="05000000000000000000" pitchFamily="2" charset="2"/>
              <a:buChar char="§"/>
            </a:pPr>
            <a:r>
              <a:rPr lang="en-US" sz="950" b="1" dirty="0">
                <a:latin typeface="Daytona" panose="020B0604030500040204" pitchFamily="34" charset="0"/>
              </a:rPr>
              <a:t>Novo Nordisk Inc. USA </a:t>
            </a:r>
            <a:r>
              <a:rPr lang="en-US" sz="950" dirty="0">
                <a:solidFill>
                  <a:srgbClr val="00B0F0"/>
                </a:solidFill>
                <a:latin typeface="Daytona" panose="020B0604030500040204" pitchFamily="34" charset="0"/>
              </a:rPr>
              <a:t>(CSV Test Lead and Automation Tester) </a:t>
            </a:r>
            <a:r>
              <a:rPr lang="en-US" sz="950" dirty="0">
                <a:solidFill>
                  <a:srgbClr val="002060"/>
                </a:solidFill>
                <a:latin typeface="Daytona" panose="020B0604030500040204" pitchFamily="34" charset="0"/>
              </a:rPr>
              <a:t>– </a:t>
            </a:r>
            <a:r>
              <a:rPr lang="en-US" sz="950" dirty="0">
                <a:latin typeface="Daytona" panose="020B0604030500040204" pitchFamily="34" charset="0"/>
              </a:rPr>
              <a:t>Migration of AEM On-Prem to Cloud via Adobe AEM as Cloud Service. Handled a team of 18+ QA members involved in testing for AEM customized and OTS component used by developers and marketers to organize and distribute content across digital channels. </a:t>
            </a:r>
          </a:p>
          <a:p>
            <a:endParaRPr lang="en-US" sz="950" dirty="0">
              <a:solidFill>
                <a:srgbClr val="002060"/>
              </a:solidFill>
              <a:latin typeface="Daytona" panose="020B0604030500040204" pitchFamily="34" charset="0"/>
              <a:ea typeface="Cambria" panose="02040503050406030204" pitchFamily="18" charset="0"/>
            </a:endParaRPr>
          </a:p>
          <a:p>
            <a:pPr marL="171450" indent="-171450">
              <a:buFont typeface="Wingdings" panose="05000000000000000000" pitchFamily="2" charset="2"/>
              <a:buChar char="§"/>
            </a:pPr>
            <a:r>
              <a:rPr lang="en-US" sz="950" b="1" dirty="0">
                <a:latin typeface="Daytona" panose="020B0604030500040204" pitchFamily="34" charset="0"/>
              </a:rPr>
              <a:t>Boehringer Ingelheim, Germany </a:t>
            </a:r>
            <a:r>
              <a:rPr lang="en-US" sz="950" dirty="0">
                <a:solidFill>
                  <a:srgbClr val="00B0F0"/>
                </a:solidFill>
                <a:latin typeface="Daytona" panose="020B0604030500040204" pitchFamily="34" charset="0"/>
              </a:rPr>
              <a:t>(CSV Lead) </a:t>
            </a:r>
            <a:r>
              <a:rPr lang="en-US" sz="950" dirty="0">
                <a:solidFill>
                  <a:srgbClr val="002060"/>
                </a:solidFill>
                <a:latin typeface="Daytona" panose="020B0604030500040204" pitchFamily="34" charset="0"/>
              </a:rPr>
              <a:t>– </a:t>
            </a:r>
            <a:r>
              <a:rPr lang="en-US" sz="950" dirty="0">
                <a:latin typeface="Daytona" panose="020B0604030500040204" pitchFamily="34" charset="0"/>
              </a:rPr>
              <a:t>Migration from legacy to Veeva Systems in Data Migration, Interface and Process Config areas with GxP practices of Life Science industry. Handled team of 10+ QA members working in Veeva Vault QMS with below responsibilities in line with GxP practices of Life Science industry.</a:t>
            </a:r>
          </a:p>
          <a:p>
            <a:endParaRPr lang="en-US" sz="950" dirty="0">
              <a:solidFill>
                <a:srgbClr val="002060"/>
              </a:solidFill>
              <a:latin typeface="Daytona" panose="020B0604030500040204" pitchFamily="34" charset="0"/>
            </a:endParaRPr>
          </a:p>
          <a:p>
            <a:pPr marL="171450" indent="-171450">
              <a:buFont typeface="Wingdings" panose="05000000000000000000" pitchFamily="2" charset="2"/>
              <a:buChar char="§"/>
            </a:pPr>
            <a:r>
              <a:rPr lang="en-US" sz="950" b="1" dirty="0">
                <a:latin typeface="Daytona" panose="020B0604030500040204" pitchFamily="34" charset="0"/>
              </a:rPr>
              <a:t>Credit Suisse Group AG </a:t>
            </a:r>
            <a:r>
              <a:rPr lang="en-US" sz="950" dirty="0">
                <a:solidFill>
                  <a:srgbClr val="00B0F0"/>
                </a:solidFill>
                <a:latin typeface="Daytona" panose="020B0604030500040204" pitchFamily="34" charset="0"/>
              </a:rPr>
              <a:t>(Test Analyst)</a:t>
            </a:r>
            <a:r>
              <a:rPr lang="en-US" sz="950" dirty="0">
                <a:solidFill>
                  <a:srgbClr val="002060"/>
                </a:solidFill>
                <a:latin typeface="Daytona" panose="020B0604030500040204" pitchFamily="34" charset="0"/>
              </a:rPr>
              <a:t> </a:t>
            </a:r>
            <a:r>
              <a:rPr lang="en-US" sz="950" b="1" dirty="0">
                <a:solidFill>
                  <a:srgbClr val="002060"/>
                </a:solidFill>
                <a:latin typeface="Daytona" panose="020B0604030500040204" pitchFamily="34" charset="0"/>
              </a:rPr>
              <a:t>- </a:t>
            </a:r>
            <a:r>
              <a:rPr lang="en-US" sz="950" dirty="0">
                <a:latin typeface="Daytona" panose="020B0604030500040204" pitchFamily="34" charset="0"/>
              </a:rPr>
              <a:t>APAC Exchange connectivity team responsible for Order Routing, Exchange Link and Dark Pool (Internal Order Crossing Engine) &amp; Smart Order Routing Systems.</a:t>
            </a:r>
          </a:p>
          <a:p>
            <a:endParaRPr lang="en-US" sz="950" dirty="0">
              <a:solidFill>
                <a:srgbClr val="002060"/>
              </a:solidFill>
              <a:latin typeface="Daytona" panose="020B0604030500040204" pitchFamily="34" charset="0"/>
            </a:endParaRPr>
          </a:p>
          <a:p>
            <a:pPr marL="171450" indent="-171450">
              <a:buFont typeface="Wingdings" panose="05000000000000000000" pitchFamily="2" charset="2"/>
              <a:buChar char="§"/>
            </a:pPr>
            <a:r>
              <a:rPr lang="en-US" sz="950" b="1" dirty="0">
                <a:latin typeface="Daytona" panose="020B0604030500040204" pitchFamily="34" charset="0"/>
              </a:rPr>
              <a:t>Barclays Capital Inc. </a:t>
            </a:r>
            <a:r>
              <a:rPr lang="en-US" sz="950" dirty="0">
                <a:solidFill>
                  <a:srgbClr val="00B0F0"/>
                </a:solidFill>
                <a:latin typeface="Daytona" panose="020B0604030500040204" pitchFamily="34" charset="0"/>
              </a:rPr>
              <a:t>(Test Analyst) </a:t>
            </a:r>
            <a:r>
              <a:rPr lang="en-US" sz="950" b="1" dirty="0">
                <a:solidFill>
                  <a:srgbClr val="00B0F0"/>
                </a:solidFill>
                <a:latin typeface="Daytona" panose="020B0604030500040204" pitchFamily="34" charset="0"/>
              </a:rPr>
              <a:t>- </a:t>
            </a:r>
            <a:r>
              <a:rPr lang="en-US" sz="950" dirty="0">
                <a:latin typeface="Daytona" panose="020B0604030500040204" pitchFamily="34" charset="0"/>
              </a:rPr>
              <a:t>Securities Lending, Collateral Allocation and Client Asset Utilization team.</a:t>
            </a:r>
          </a:p>
        </p:txBody>
      </p:sp>
      <p:grpSp>
        <p:nvGrpSpPr>
          <p:cNvPr id="5" name="Group 4">
            <a:extLst>
              <a:ext uri="{FF2B5EF4-FFF2-40B4-BE49-F238E27FC236}">
                <a16:creationId xmlns:a16="http://schemas.microsoft.com/office/drawing/2014/main" id="{39EE7976-B9E6-553C-F8CC-06789EE95249}"/>
              </a:ext>
            </a:extLst>
          </p:cNvPr>
          <p:cNvGrpSpPr/>
          <p:nvPr/>
        </p:nvGrpSpPr>
        <p:grpSpPr>
          <a:xfrm>
            <a:off x="24294" y="9427632"/>
            <a:ext cx="240872" cy="398018"/>
            <a:chOff x="51866" y="8607533"/>
            <a:chExt cx="316447" cy="921557"/>
          </a:xfrm>
        </p:grpSpPr>
        <p:sp>
          <p:nvSpPr>
            <p:cNvPr id="8" name="Enveloppe">
              <a:extLst>
                <a:ext uri="{FF2B5EF4-FFF2-40B4-BE49-F238E27FC236}">
                  <a16:creationId xmlns:a16="http://schemas.microsoft.com/office/drawing/2014/main" id="{6D1DB158-2B6D-2B7A-D0F7-E251DAF190BA}"/>
                </a:ext>
              </a:extLst>
            </p:cNvPr>
            <p:cNvSpPr/>
            <p:nvPr/>
          </p:nvSpPr>
          <p:spPr>
            <a:xfrm>
              <a:off x="51866" y="8607533"/>
              <a:ext cx="316447" cy="237441"/>
            </a:xfrm>
            <a:custGeom>
              <a:avLst/>
              <a:gdLst/>
              <a:ahLst/>
              <a:cxnLst>
                <a:cxn ang="0">
                  <a:pos x="wd2" y="hd2"/>
                </a:cxn>
                <a:cxn ang="5400000">
                  <a:pos x="wd2" y="hd2"/>
                </a:cxn>
                <a:cxn ang="10800000">
                  <a:pos x="wd2" y="hd2"/>
                </a:cxn>
                <a:cxn ang="16200000">
                  <a:pos x="wd2" y="hd2"/>
                </a:cxn>
              </a:cxnLst>
              <a:rect l="0" t="0" r="r" b="b"/>
              <a:pathLst>
                <a:path w="21600" h="21600" extrusionOk="0">
                  <a:moveTo>
                    <a:pt x="744" y="0"/>
                  </a:moveTo>
                  <a:lnTo>
                    <a:pt x="10803" y="12213"/>
                  </a:lnTo>
                  <a:lnTo>
                    <a:pt x="20856" y="0"/>
                  </a:lnTo>
                  <a:lnTo>
                    <a:pt x="744" y="0"/>
                  </a:lnTo>
                  <a:close/>
                  <a:moveTo>
                    <a:pt x="0" y="157"/>
                  </a:moveTo>
                  <a:lnTo>
                    <a:pt x="0" y="21418"/>
                  </a:lnTo>
                  <a:cubicBezTo>
                    <a:pt x="0" y="21518"/>
                    <a:pt x="52" y="21600"/>
                    <a:pt x="115" y="21600"/>
                  </a:cubicBezTo>
                  <a:lnTo>
                    <a:pt x="21485" y="21600"/>
                  </a:lnTo>
                  <a:cubicBezTo>
                    <a:pt x="21548" y="21600"/>
                    <a:pt x="21600" y="21518"/>
                    <a:pt x="21600" y="21418"/>
                  </a:cubicBezTo>
                  <a:lnTo>
                    <a:pt x="21600" y="157"/>
                  </a:lnTo>
                  <a:lnTo>
                    <a:pt x="10976" y="13181"/>
                  </a:lnTo>
                  <a:cubicBezTo>
                    <a:pt x="10924" y="13245"/>
                    <a:pt x="10861" y="13272"/>
                    <a:pt x="10797" y="13272"/>
                  </a:cubicBezTo>
                  <a:cubicBezTo>
                    <a:pt x="10734" y="13272"/>
                    <a:pt x="10669" y="13233"/>
                    <a:pt x="10612" y="13170"/>
                  </a:cubicBezTo>
                  <a:lnTo>
                    <a:pt x="0" y="157"/>
                  </a:lnTo>
                  <a:close/>
                </a:path>
              </a:pathLst>
            </a:custGeom>
            <a:solidFill>
              <a:schemeClr val="bg1"/>
            </a:solidFill>
            <a:ln w="3175">
              <a:miter lim="400000"/>
            </a:ln>
          </p:spPr>
          <p:txBody>
            <a:bodyPr lIns="30360" tIns="30360" rIns="30360" bIns="30360" anchor="ctr"/>
            <a:lstStyle/>
            <a:p>
              <a:pPr>
                <a:defRPr sz="2200" b="0">
                  <a:solidFill>
                    <a:srgbClr val="FFFFFF"/>
                  </a:solidFill>
                  <a:latin typeface="+mn-lt"/>
                  <a:ea typeface="+mn-ea"/>
                  <a:cs typeface="+mn-cs"/>
                  <a:sym typeface="Helvetica Neue Medium"/>
                </a:defRPr>
              </a:pPr>
              <a:endParaRPr sz="1000" dirty="0">
                <a:solidFill>
                  <a:srgbClr val="002060"/>
                </a:solidFill>
                <a:latin typeface="Daytona" panose="020B0604030500040204" pitchFamily="34" charset="0"/>
                <a:ea typeface="Cambria" panose="02040503050406030204" pitchFamily="18" charset="0"/>
              </a:endParaRPr>
            </a:p>
          </p:txBody>
        </p:sp>
        <p:sp>
          <p:nvSpPr>
            <p:cNvPr id="9" name="Téléphone">
              <a:extLst>
                <a:ext uri="{FF2B5EF4-FFF2-40B4-BE49-F238E27FC236}">
                  <a16:creationId xmlns:a16="http://schemas.microsoft.com/office/drawing/2014/main" id="{0BD6CEF6-CFCB-C87D-B8E4-007ACE6ECFBE}"/>
                </a:ext>
              </a:extLst>
            </p:cNvPr>
            <p:cNvSpPr/>
            <p:nvPr/>
          </p:nvSpPr>
          <p:spPr>
            <a:xfrm>
              <a:off x="51866" y="8908042"/>
              <a:ext cx="221163" cy="237441"/>
            </a:xfrm>
            <a:custGeom>
              <a:avLst/>
              <a:gdLst/>
              <a:ahLst/>
              <a:cxnLst>
                <a:cxn ang="0">
                  <a:pos x="wd2" y="hd2"/>
                </a:cxn>
                <a:cxn ang="5400000">
                  <a:pos x="wd2" y="hd2"/>
                </a:cxn>
                <a:cxn ang="10800000">
                  <a:pos x="wd2" y="hd2"/>
                </a:cxn>
                <a:cxn ang="16200000">
                  <a:pos x="wd2" y="hd2"/>
                </a:cxn>
              </a:cxnLst>
              <a:rect l="0" t="0" r="r" b="b"/>
              <a:pathLst>
                <a:path w="21279" h="21372" extrusionOk="0">
                  <a:moveTo>
                    <a:pt x="4456" y="0"/>
                  </a:moveTo>
                  <a:cubicBezTo>
                    <a:pt x="4319" y="3"/>
                    <a:pt x="4182" y="47"/>
                    <a:pt x="4065" y="134"/>
                  </a:cubicBezTo>
                  <a:lnTo>
                    <a:pt x="2615" y="1212"/>
                  </a:lnTo>
                  <a:lnTo>
                    <a:pt x="6378" y="6378"/>
                  </a:lnTo>
                  <a:lnTo>
                    <a:pt x="7829" y="5299"/>
                  </a:lnTo>
                  <a:cubicBezTo>
                    <a:pt x="8140" y="5067"/>
                    <a:pt x="8206" y="4624"/>
                    <a:pt x="7975" y="4311"/>
                  </a:cubicBezTo>
                  <a:lnTo>
                    <a:pt x="5072" y="311"/>
                  </a:lnTo>
                  <a:cubicBezTo>
                    <a:pt x="4920" y="104"/>
                    <a:pt x="4686" y="-4"/>
                    <a:pt x="4456" y="0"/>
                  </a:cubicBezTo>
                  <a:close/>
                  <a:moveTo>
                    <a:pt x="2209" y="1514"/>
                  </a:moveTo>
                  <a:cubicBezTo>
                    <a:pt x="2209" y="1514"/>
                    <a:pt x="-223" y="3454"/>
                    <a:pt x="16" y="7120"/>
                  </a:cubicBezTo>
                  <a:cubicBezTo>
                    <a:pt x="16" y="7120"/>
                    <a:pt x="1473" y="11065"/>
                    <a:pt x="5867" y="15478"/>
                  </a:cubicBezTo>
                  <a:cubicBezTo>
                    <a:pt x="10261" y="19891"/>
                    <a:pt x="14189" y="21356"/>
                    <a:pt x="14189" y="21356"/>
                  </a:cubicBezTo>
                  <a:cubicBezTo>
                    <a:pt x="17838" y="21596"/>
                    <a:pt x="19772" y="19154"/>
                    <a:pt x="19772" y="19154"/>
                  </a:cubicBezTo>
                  <a:lnTo>
                    <a:pt x="14628" y="15374"/>
                  </a:lnTo>
                  <a:cubicBezTo>
                    <a:pt x="13735" y="16397"/>
                    <a:pt x="12393" y="16575"/>
                    <a:pt x="11402" y="15580"/>
                  </a:cubicBezTo>
                  <a:lnTo>
                    <a:pt x="5767" y="9920"/>
                  </a:lnTo>
                  <a:cubicBezTo>
                    <a:pt x="4776" y="8925"/>
                    <a:pt x="4954" y="7577"/>
                    <a:pt x="5972" y="6680"/>
                  </a:cubicBezTo>
                  <a:lnTo>
                    <a:pt x="2209" y="1514"/>
                  </a:lnTo>
                  <a:close/>
                  <a:moveTo>
                    <a:pt x="16463" y="13230"/>
                  </a:moveTo>
                  <a:cubicBezTo>
                    <a:pt x="16285" y="13257"/>
                    <a:pt x="16117" y="13351"/>
                    <a:pt x="16002" y="13508"/>
                  </a:cubicBezTo>
                  <a:lnTo>
                    <a:pt x="14929" y="14965"/>
                  </a:lnTo>
                  <a:lnTo>
                    <a:pt x="20071" y="18746"/>
                  </a:lnTo>
                  <a:lnTo>
                    <a:pt x="21146" y="17289"/>
                  </a:lnTo>
                  <a:cubicBezTo>
                    <a:pt x="21377" y="16976"/>
                    <a:pt x="21297" y="16523"/>
                    <a:pt x="20968" y="16278"/>
                  </a:cubicBezTo>
                  <a:lnTo>
                    <a:pt x="16985" y="13361"/>
                  </a:lnTo>
                  <a:cubicBezTo>
                    <a:pt x="16829" y="13245"/>
                    <a:pt x="16641" y="13204"/>
                    <a:pt x="16463" y="13230"/>
                  </a:cubicBezTo>
                  <a:close/>
                </a:path>
              </a:pathLst>
            </a:custGeom>
            <a:solidFill>
              <a:schemeClr val="bg1"/>
            </a:solidFill>
            <a:ln w="3175">
              <a:miter lim="400000"/>
            </a:ln>
          </p:spPr>
          <p:txBody>
            <a:bodyPr lIns="30360" tIns="30360" rIns="30360" bIns="30360" anchor="ctr"/>
            <a:lstStyle/>
            <a:p>
              <a:pPr>
                <a:defRPr sz="2200" b="0">
                  <a:solidFill>
                    <a:srgbClr val="FFFFFF"/>
                  </a:solidFill>
                  <a:latin typeface="+mn-lt"/>
                  <a:ea typeface="+mn-ea"/>
                  <a:cs typeface="+mn-cs"/>
                  <a:sym typeface="Helvetica Neue Medium"/>
                </a:defRPr>
              </a:pPr>
              <a:endParaRPr sz="2400">
                <a:solidFill>
                  <a:srgbClr val="002060"/>
                </a:solidFill>
                <a:latin typeface="Daytona" panose="020B0604030500040204" pitchFamily="34" charset="0"/>
                <a:ea typeface="Cambria" panose="02040503050406030204" pitchFamily="18" charset="0"/>
              </a:endParaRPr>
            </a:p>
          </p:txBody>
        </p:sp>
        <p:sp>
          <p:nvSpPr>
            <p:cNvPr id="10" name="شكل حر 78">
              <a:extLst>
                <a:ext uri="{FF2B5EF4-FFF2-40B4-BE49-F238E27FC236}">
                  <a16:creationId xmlns:a16="http://schemas.microsoft.com/office/drawing/2014/main" id="{8EE2BAA6-30E0-FAEF-3126-07C53EF3C125}"/>
                </a:ext>
              </a:extLst>
            </p:cNvPr>
            <p:cNvSpPr>
              <a:spLocks noChangeAspect="1"/>
            </p:cNvSpPr>
            <p:nvPr/>
          </p:nvSpPr>
          <p:spPr>
            <a:xfrm>
              <a:off x="51866" y="9252999"/>
              <a:ext cx="188430" cy="276091"/>
            </a:xfrm>
            <a:custGeom>
              <a:avLst/>
              <a:gdLst>
                <a:gd name="connsiteX0" fmla="*/ 1316986 w 2647950"/>
                <a:gd name="connsiteY0" fmla="*/ 704850 h 3976070"/>
                <a:gd name="connsiteX1" fmla="*/ 776597 w 2647950"/>
                <a:gd name="connsiteY1" fmla="*/ 1245239 h 3976070"/>
                <a:gd name="connsiteX2" fmla="*/ 1316986 w 2647950"/>
                <a:gd name="connsiteY2" fmla="*/ 1785628 h 3976070"/>
                <a:gd name="connsiteX3" fmla="*/ 1857375 w 2647950"/>
                <a:gd name="connsiteY3" fmla="*/ 1245239 h 3976070"/>
                <a:gd name="connsiteX4" fmla="*/ 1316986 w 2647950"/>
                <a:gd name="connsiteY4" fmla="*/ 704850 h 3976070"/>
                <a:gd name="connsiteX5" fmla="*/ 1323975 w 2647950"/>
                <a:gd name="connsiteY5" fmla="*/ 0 h 3976070"/>
                <a:gd name="connsiteX6" fmla="*/ 2647950 w 2647950"/>
                <a:gd name="connsiteY6" fmla="*/ 1323975 h 3976070"/>
                <a:gd name="connsiteX7" fmla="*/ 2421836 w 2647950"/>
                <a:gd name="connsiteY7" fmla="*/ 2064222 h 3976070"/>
                <a:gd name="connsiteX8" fmla="*/ 2358543 w 2647950"/>
                <a:gd name="connsiteY8" fmla="*/ 2148863 h 3976070"/>
                <a:gd name="connsiteX9" fmla="*/ 1334733 w 2647950"/>
                <a:gd name="connsiteY9" fmla="*/ 3976070 h 3976070"/>
                <a:gd name="connsiteX10" fmla="*/ 273757 w 2647950"/>
                <a:gd name="connsiteY10" fmla="*/ 2127934 h 3976070"/>
                <a:gd name="connsiteX11" fmla="*/ 226114 w 2647950"/>
                <a:gd name="connsiteY11" fmla="*/ 2064222 h 3976070"/>
                <a:gd name="connsiteX12" fmla="*/ 0 w 2647950"/>
                <a:gd name="connsiteY12" fmla="*/ 1323975 h 3976070"/>
                <a:gd name="connsiteX13" fmla="*/ 1323975 w 2647950"/>
                <a:gd name="connsiteY13" fmla="*/ 0 h 397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47950" h="3976070">
                  <a:moveTo>
                    <a:pt x="1316986" y="704850"/>
                  </a:moveTo>
                  <a:cubicBezTo>
                    <a:pt x="1018537" y="704850"/>
                    <a:pt x="776597" y="946790"/>
                    <a:pt x="776597" y="1245239"/>
                  </a:cubicBezTo>
                  <a:cubicBezTo>
                    <a:pt x="776597" y="1543688"/>
                    <a:pt x="1018537" y="1785628"/>
                    <a:pt x="1316986" y="1785628"/>
                  </a:cubicBezTo>
                  <a:cubicBezTo>
                    <a:pt x="1615435" y="1785628"/>
                    <a:pt x="1857375" y="1543688"/>
                    <a:pt x="1857375" y="1245239"/>
                  </a:cubicBezTo>
                  <a:cubicBezTo>
                    <a:pt x="1857375" y="946790"/>
                    <a:pt x="1615435" y="704850"/>
                    <a:pt x="1316986" y="704850"/>
                  </a:cubicBezTo>
                  <a:close/>
                  <a:moveTo>
                    <a:pt x="1323975" y="0"/>
                  </a:moveTo>
                  <a:cubicBezTo>
                    <a:pt x="2055186" y="0"/>
                    <a:pt x="2647950" y="592764"/>
                    <a:pt x="2647950" y="1323975"/>
                  </a:cubicBezTo>
                  <a:cubicBezTo>
                    <a:pt x="2647950" y="1598179"/>
                    <a:pt x="2564593" y="1852914"/>
                    <a:pt x="2421836" y="2064222"/>
                  </a:cubicBezTo>
                  <a:lnTo>
                    <a:pt x="2358543" y="2148863"/>
                  </a:lnTo>
                  <a:lnTo>
                    <a:pt x="1334733" y="3976070"/>
                  </a:lnTo>
                  <a:lnTo>
                    <a:pt x="273757" y="2127934"/>
                  </a:lnTo>
                  <a:lnTo>
                    <a:pt x="226114" y="2064222"/>
                  </a:lnTo>
                  <a:cubicBezTo>
                    <a:pt x="83358" y="1852914"/>
                    <a:pt x="0" y="1598179"/>
                    <a:pt x="0" y="1323975"/>
                  </a:cubicBezTo>
                  <a:cubicBezTo>
                    <a:pt x="0" y="592764"/>
                    <a:pt x="592764" y="0"/>
                    <a:pt x="1323975" y="0"/>
                  </a:cubicBezTo>
                  <a:close/>
                </a:path>
              </a:pathLst>
            </a:custGeom>
            <a:solidFill>
              <a:sysClr val="window" lastClr="FFFFFF"/>
            </a:solidFill>
            <a:ln w="79375" cap="flat" cmpd="sng" algn="ctr">
              <a:noFill/>
              <a:prstDash val="solid"/>
            </a:ln>
            <a:effectLst/>
          </p:spPr>
          <p:txBody>
            <a:bodyPr rot="0" spcFirstLastPara="0" vert="horz" wrap="square" lIns="98694" tIns="49347" rIns="98694" bIns="49347" numCol="1" spcCol="0" rtlCol="1" fromWordArt="0" anchor="ctr" anchorCtr="0" forceAA="0" compatLnSpc="1">
              <a:prstTxWarp prst="textNoShape">
                <a:avLst/>
              </a:prstTxWarp>
              <a:noAutofit/>
            </a:bodyPr>
            <a:lstStyle/>
            <a:p>
              <a:endParaRPr lang="en-US"/>
            </a:p>
          </p:txBody>
        </p:sp>
      </p:grpSp>
      <p:sp>
        <p:nvSpPr>
          <p:cNvPr id="24" name="Job Title…">
            <a:extLst>
              <a:ext uri="{FF2B5EF4-FFF2-40B4-BE49-F238E27FC236}">
                <a16:creationId xmlns:a16="http://schemas.microsoft.com/office/drawing/2014/main" id="{705B0A1C-B877-57D9-D4F4-254A21969CF6}"/>
              </a:ext>
            </a:extLst>
          </p:cNvPr>
          <p:cNvSpPr txBox="1"/>
          <p:nvPr/>
        </p:nvSpPr>
        <p:spPr>
          <a:xfrm>
            <a:off x="2300327" y="9232582"/>
            <a:ext cx="4674415" cy="584533"/>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0360" tIns="30360" rIns="30360" bIns="30360" anchor="ctr">
            <a:spAutoFit/>
          </a:bodyPr>
          <a:lstStyle/>
          <a:p>
            <a:pPr marL="171450" indent="-171450">
              <a:buFont typeface="Wingdings" panose="05000000000000000000" pitchFamily="2" charset="2"/>
              <a:buChar char="Ø"/>
              <a:defRPr sz="1000" b="0">
                <a:latin typeface="Calibri"/>
                <a:ea typeface="Calibri"/>
                <a:cs typeface="Calibri"/>
                <a:sym typeface="Calibri"/>
              </a:defRPr>
            </a:pPr>
            <a:r>
              <a:rPr lang="en-US" sz="850" b="1" cap="all" noProof="1">
                <a:latin typeface="Daytona" panose="020B0604030500040204" pitchFamily="34" charset="0"/>
                <a:ea typeface="Cambria" panose="02040503050406030204" pitchFamily="18" charset="0"/>
                <a:cs typeface="Calibri"/>
              </a:rPr>
              <a:t>Cognizant Technology Solutions, India Pvt. Ltd. </a:t>
            </a:r>
            <a:r>
              <a:rPr lang="en-US" sz="850" b="1" cap="all" noProof="1">
                <a:solidFill>
                  <a:srgbClr val="002060"/>
                </a:solidFill>
                <a:latin typeface="Daytona" panose="020B0604030500040204" pitchFamily="34" charset="0"/>
                <a:ea typeface="Cambria" panose="02040503050406030204" pitchFamily="18" charset="0"/>
                <a:cs typeface="Calibri"/>
              </a:rPr>
              <a:t>– </a:t>
            </a:r>
            <a:r>
              <a:rPr lang="en-US" sz="850" cap="all" noProof="1">
                <a:solidFill>
                  <a:srgbClr val="00B0F0"/>
                </a:solidFill>
                <a:latin typeface="Daytona" panose="020B0604030500040204" pitchFamily="34" charset="0"/>
                <a:ea typeface="Calibri"/>
                <a:cs typeface="Calibri"/>
                <a:sym typeface="Calibri"/>
              </a:rPr>
              <a:t>Senior associate </a:t>
            </a:r>
            <a:r>
              <a:rPr lang="en-US" sz="850" noProof="1">
                <a:solidFill>
                  <a:srgbClr val="00B0F0"/>
                </a:solidFill>
                <a:latin typeface="Daytona" panose="020B0604030500040204" pitchFamily="34" charset="0"/>
                <a:ea typeface="Calibri"/>
                <a:cs typeface="Calibri"/>
                <a:sym typeface="Calibri"/>
              </a:rPr>
              <a:t>(2011 to till date)</a:t>
            </a:r>
          </a:p>
          <a:p>
            <a:pPr marL="171450" indent="-171450">
              <a:buFont typeface="Wingdings" panose="05000000000000000000" pitchFamily="2" charset="2"/>
              <a:buChar char="Ø"/>
              <a:defRPr sz="1000" b="0">
                <a:latin typeface="Calibri"/>
                <a:ea typeface="Calibri"/>
                <a:cs typeface="Calibri"/>
                <a:sym typeface="Calibri"/>
              </a:defRPr>
            </a:pPr>
            <a:r>
              <a:rPr lang="en-US" sz="850" b="1" cap="all" noProof="1">
                <a:latin typeface="Daytona" panose="020B0604030500040204" pitchFamily="34" charset="0"/>
                <a:ea typeface="Cambria" panose="02040503050406030204" pitchFamily="18" charset="0"/>
                <a:cs typeface="Calibri"/>
              </a:rPr>
              <a:t>Atos india pvt. Ltd. </a:t>
            </a:r>
            <a:r>
              <a:rPr lang="en-US" sz="850" b="1" cap="all" noProof="1">
                <a:solidFill>
                  <a:srgbClr val="002060"/>
                </a:solidFill>
                <a:latin typeface="Daytona" panose="020B0604030500040204" pitchFamily="34" charset="0"/>
                <a:ea typeface="Cambria" panose="02040503050406030204" pitchFamily="18" charset="0"/>
                <a:cs typeface="Calibri"/>
              </a:rPr>
              <a:t>– </a:t>
            </a:r>
            <a:r>
              <a:rPr lang="en-US" sz="850" cap="all" noProof="1">
                <a:solidFill>
                  <a:srgbClr val="00B0F0"/>
                </a:solidFill>
                <a:latin typeface="Daytona" panose="020B0604030500040204" pitchFamily="34" charset="0"/>
                <a:ea typeface="Cambria" panose="02040503050406030204" pitchFamily="18" charset="0"/>
                <a:cs typeface="Calibri"/>
              </a:rPr>
              <a:t>test analyst (2008 to 2011)</a:t>
            </a:r>
          </a:p>
          <a:p>
            <a:pPr marL="171450" indent="-171450">
              <a:buFont typeface="Wingdings" panose="05000000000000000000" pitchFamily="2" charset="2"/>
              <a:buChar char="Ø"/>
              <a:defRPr sz="1000" b="0">
                <a:latin typeface="Calibri"/>
                <a:ea typeface="Calibri"/>
                <a:cs typeface="Calibri"/>
                <a:sym typeface="Calibri"/>
              </a:defRPr>
            </a:pPr>
            <a:r>
              <a:rPr lang="en-US" sz="850" b="1" cap="all" noProof="1">
                <a:latin typeface="Daytona" panose="020B0604030500040204" pitchFamily="34" charset="0"/>
                <a:ea typeface="Cambria" panose="02040503050406030204" pitchFamily="18" charset="0"/>
              </a:rPr>
              <a:t>Virstra i-technology services ltd. </a:t>
            </a:r>
            <a:r>
              <a:rPr lang="en-US" sz="850" b="1" cap="all" noProof="1">
                <a:solidFill>
                  <a:srgbClr val="002060"/>
                </a:solidFill>
                <a:latin typeface="Daytona" panose="020B0604030500040204" pitchFamily="34" charset="0"/>
                <a:ea typeface="Cambria" panose="02040503050406030204" pitchFamily="18" charset="0"/>
              </a:rPr>
              <a:t>– </a:t>
            </a:r>
            <a:r>
              <a:rPr lang="en-US" sz="850" cap="all" noProof="1">
                <a:solidFill>
                  <a:srgbClr val="00B0F0"/>
                </a:solidFill>
                <a:latin typeface="Daytona" panose="020B0604030500040204" pitchFamily="34" charset="0"/>
                <a:ea typeface="Cambria" panose="02040503050406030204" pitchFamily="18" charset="0"/>
              </a:rPr>
              <a:t>test engineer (2007 to 2008)</a:t>
            </a:r>
            <a:endParaRPr lang="en-US" sz="850" noProof="1">
              <a:solidFill>
                <a:srgbClr val="00B0F0"/>
              </a:solidFill>
              <a:latin typeface="Daytona" panose="020B0604030500040204" pitchFamily="34" charset="0"/>
              <a:ea typeface="Cambria" panose="02040503050406030204" pitchFamily="18" charset="0"/>
            </a:endParaRPr>
          </a:p>
        </p:txBody>
      </p:sp>
    </p:spTree>
    <p:extLst>
      <p:ext uri="{BB962C8B-B14F-4D97-AF65-F5344CB8AC3E}">
        <p14:creationId xmlns:p14="http://schemas.microsoft.com/office/powerpoint/2010/main" val="1344932474"/>
      </p:ext>
    </p:extLst>
  </p:cSld>
  <p:clrMapOvr>
    <a:masterClrMapping/>
  </p:clrMapOvr>
</p:sld>
</file>

<file path=ppt/theme/theme1.xml><?xml version="1.0" encoding="utf-8"?>
<a:theme xmlns:a="http://schemas.openxmlformats.org/drawingml/2006/main" name="Office Theme">
  <a:themeElements>
    <a:clrScheme name="6 step">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2782</TotalTime>
  <Words>665</Words>
  <Application>Microsoft Office PowerPoint</Application>
  <PresentationFormat>A4 Paper (210x297 mm)</PresentationFormat>
  <Paragraphs>84</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Courier New</vt:lpstr>
      <vt:lpstr>Daytona</vt:lpstr>
      <vt:lpstr>Georgia</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SlideEgg</dc:creator>
  <cp:lastModifiedBy>Kadam, Vivek (Cognizant)</cp:lastModifiedBy>
  <cp:revision>20</cp:revision>
  <dcterms:created xsi:type="dcterms:W3CDTF">2021-10-01T10:33:41Z</dcterms:created>
  <dcterms:modified xsi:type="dcterms:W3CDTF">2026-02-17T16:05:32Z</dcterms:modified>
</cp:coreProperties>
</file>