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6" r:id="rId2"/>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4E48"/>
    <a:srgbClr val="820000"/>
    <a:srgbClr val="7A0000"/>
    <a:srgbClr val="9A0000"/>
    <a:srgbClr val="1966FF"/>
    <a:srgbClr val="A7C4FF"/>
    <a:srgbClr val="5D93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636FA50-85D1-4C1A-A267-746C69C93CF0}" v="53" dt="2026-02-04T03:46:07.95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482" autoAdjust="0"/>
    <p:restoredTop sz="94660"/>
  </p:normalViewPr>
  <p:slideViewPr>
    <p:cSldViewPr snapToGrid="0">
      <p:cViewPr>
        <p:scale>
          <a:sx n="150" d="100"/>
          <a:sy n="150" d="100"/>
        </p:scale>
        <p:origin x="932" y="-620"/>
      </p:cViewPr>
      <p:guideLst/>
    </p:cSldViewPr>
  </p:slideViewPr>
  <p:notesTextViewPr>
    <p:cViewPr>
      <p:scale>
        <a:sx n="1" d="1"/>
        <a:sy n="1" d="1"/>
      </p:scale>
      <p:origin x="0" y="0"/>
    </p:cViewPr>
  </p:notesTextViewPr>
  <p:sorterViewPr>
    <p:cViewPr>
      <p:scale>
        <a:sx n="55" d="100"/>
        <a:sy n="55" d="100"/>
      </p:scale>
      <p:origin x="0" y="0"/>
    </p:cViewPr>
  </p:sorterViewPr>
  <p:gridSpacing cx="76200" cy="76200"/>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 Id="rId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dam, Vivek (Cognizant)" userId="7b17e59d-64e0-4b48-8b9c-da65953089bc" providerId="ADAL" clId="{EE12E783-357B-46E6-944F-098779C11534}"/>
    <pc:docChg chg="undo redo custSel addSld delSld modSld">
      <pc:chgData name="Kadam, Vivek (Cognizant)" userId="7b17e59d-64e0-4b48-8b9c-da65953089bc" providerId="ADAL" clId="{EE12E783-357B-46E6-944F-098779C11534}" dt="2026-02-04T04:56:28.356" v="2688" actId="6549"/>
      <pc:docMkLst>
        <pc:docMk/>
      </pc:docMkLst>
      <pc:sldChg chg="addSp delSp modSp mod">
        <pc:chgData name="Kadam, Vivek (Cognizant)" userId="7b17e59d-64e0-4b48-8b9c-da65953089bc" providerId="ADAL" clId="{EE12E783-357B-46E6-944F-098779C11534}" dt="2026-02-04T04:56:28.356" v="2688" actId="6549"/>
        <pc:sldMkLst>
          <pc:docMk/>
          <pc:sldMk cId="1344932474" sldId="256"/>
        </pc:sldMkLst>
        <pc:spChg chg="add mod">
          <ac:chgData name="Kadam, Vivek (Cognizant)" userId="7b17e59d-64e0-4b48-8b9c-da65953089bc" providerId="ADAL" clId="{EE12E783-357B-46E6-944F-098779C11534}" dt="2026-01-30T06:36:43.245" v="2598" actId="1076"/>
          <ac:spMkLst>
            <pc:docMk/>
            <pc:sldMk cId="1344932474" sldId="256"/>
            <ac:spMk id="10" creationId="{E34B9D7A-34E0-F919-D76A-38285092B19D}"/>
          </ac:spMkLst>
        </pc:spChg>
        <pc:spChg chg="mod">
          <ac:chgData name="Kadam, Vivek (Cognizant)" userId="7b17e59d-64e0-4b48-8b9c-da65953089bc" providerId="ADAL" clId="{EE12E783-357B-46E6-944F-098779C11534}" dt="2026-01-09T12:40:19.132" v="2089" actId="113"/>
          <ac:spMkLst>
            <pc:docMk/>
            <pc:sldMk cId="1344932474" sldId="256"/>
            <ac:spMk id="12" creationId="{9B057263-489E-4708-814B-393E8D971E83}"/>
          </ac:spMkLst>
        </pc:spChg>
        <pc:spChg chg="add mod">
          <ac:chgData name="Kadam, Vivek (Cognizant)" userId="7b17e59d-64e0-4b48-8b9c-da65953089bc" providerId="ADAL" clId="{EE12E783-357B-46E6-944F-098779C11534}" dt="2026-01-30T06:39:29.042" v="2656" actId="1035"/>
          <ac:spMkLst>
            <pc:docMk/>
            <pc:sldMk cId="1344932474" sldId="256"/>
            <ac:spMk id="13" creationId="{0A451BF5-56B2-77FF-A63A-70071A01C4CA}"/>
          </ac:spMkLst>
        </pc:spChg>
        <pc:spChg chg="add mod">
          <ac:chgData name="Kadam, Vivek (Cognizant)" userId="7b17e59d-64e0-4b48-8b9c-da65953089bc" providerId="ADAL" clId="{EE12E783-357B-46E6-944F-098779C11534}" dt="2026-01-30T06:39:44.460" v="2659" actId="1076"/>
          <ac:spMkLst>
            <pc:docMk/>
            <pc:sldMk cId="1344932474" sldId="256"/>
            <ac:spMk id="14" creationId="{E1173E75-B22B-B183-5AF4-3984D181C5C3}"/>
          </ac:spMkLst>
        </pc:spChg>
        <pc:spChg chg="mod">
          <ac:chgData name="Kadam, Vivek (Cognizant)" userId="7b17e59d-64e0-4b48-8b9c-da65953089bc" providerId="ADAL" clId="{EE12E783-357B-46E6-944F-098779C11534}" dt="2026-02-04T04:56:28.356" v="2688" actId="6549"/>
          <ac:spMkLst>
            <pc:docMk/>
            <pc:sldMk cId="1344932474" sldId="256"/>
            <ac:spMk id="19" creationId="{A42C9406-3F08-C965-BF3D-CDA642FDB061}"/>
          </ac:spMkLst>
        </pc:spChg>
        <pc:spChg chg="mod">
          <ac:chgData name="Kadam, Vivek (Cognizant)" userId="7b17e59d-64e0-4b48-8b9c-da65953089bc" providerId="ADAL" clId="{EE12E783-357B-46E6-944F-098779C11534}" dt="2026-01-30T06:39:07.038" v="2640" actId="20577"/>
          <ac:spMkLst>
            <pc:docMk/>
            <pc:sldMk cId="1344932474" sldId="256"/>
            <ac:spMk id="20" creationId="{7591939C-63D1-7ACB-8BE7-27C387D11432}"/>
          </ac:spMkLst>
        </pc:spChg>
        <pc:spChg chg="add mod">
          <ac:chgData name="Kadam, Vivek (Cognizant)" userId="7b17e59d-64e0-4b48-8b9c-da65953089bc" providerId="ADAL" clId="{EE12E783-357B-46E6-944F-098779C11534}" dt="2026-01-09T12:43:43.294" v="2156" actId="6549"/>
          <ac:spMkLst>
            <pc:docMk/>
            <pc:sldMk cId="1344932474" sldId="256"/>
            <ac:spMk id="22" creationId="{B4A477BD-8976-CC03-7CF4-9F3B59C85842}"/>
          </ac:spMkLst>
        </pc:spChg>
        <pc:spChg chg="add mod">
          <ac:chgData name="Kadam, Vivek (Cognizant)" userId="7b17e59d-64e0-4b48-8b9c-da65953089bc" providerId="ADAL" clId="{EE12E783-357B-46E6-944F-098779C11534}" dt="2026-01-09T12:41:59.109" v="2126" actId="1035"/>
          <ac:spMkLst>
            <pc:docMk/>
            <pc:sldMk cId="1344932474" sldId="256"/>
            <ac:spMk id="23" creationId="{9FA26E52-2B94-55A8-5200-CF0694FC8A44}"/>
          </ac:spMkLst>
        </pc:spChg>
        <pc:spChg chg="mod">
          <ac:chgData name="Kadam, Vivek (Cognizant)" userId="7b17e59d-64e0-4b48-8b9c-da65953089bc" providerId="ADAL" clId="{EE12E783-357B-46E6-944F-098779C11534}" dt="2026-01-29T06:46:30.294" v="2491"/>
          <ac:spMkLst>
            <pc:docMk/>
            <pc:sldMk cId="1344932474" sldId="256"/>
            <ac:spMk id="25" creationId="{54D444FF-B7D3-E662-03CA-AF68DA55FEDC}"/>
          </ac:spMkLst>
        </pc:spChg>
        <pc:spChg chg="mod">
          <ac:chgData name="Kadam, Vivek (Cognizant)" userId="7b17e59d-64e0-4b48-8b9c-da65953089bc" providerId="ADAL" clId="{EE12E783-357B-46E6-944F-098779C11534}" dt="2026-01-30T06:38:56.831" v="2635"/>
          <ac:spMkLst>
            <pc:docMk/>
            <pc:sldMk cId="1344932474" sldId="256"/>
            <ac:spMk id="27" creationId="{26A7AE8E-DD9A-4F58-7CF0-5E2BDA388639}"/>
          </ac:spMkLst>
        </pc:spChg>
        <pc:spChg chg="mod">
          <ac:chgData name="Kadam, Vivek (Cognizant)" userId="7b17e59d-64e0-4b48-8b9c-da65953089bc" providerId="ADAL" clId="{EE12E783-357B-46E6-944F-098779C11534}" dt="2026-01-29T06:46:30.294" v="2491"/>
          <ac:spMkLst>
            <pc:docMk/>
            <pc:sldMk cId="1344932474" sldId="256"/>
            <ac:spMk id="31" creationId="{D9A3EE6B-DDCC-2814-598B-E04E289AF082}"/>
          </ac:spMkLst>
        </pc:spChg>
        <pc:spChg chg="mod">
          <ac:chgData name="Kadam, Vivek (Cognizant)" userId="7b17e59d-64e0-4b48-8b9c-da65953089bc" providerId="ADAL" clId="{EE12E783-357B-46E6-944F-098779C11534}" dt="2026-01-29T06:46:30.294" v="2491"/>
          <ac:spMkLst>
            <pc:docMk/>
            <pc:sldMk cId="1344932474" sldId="256"/>
            <ac:spMk id="32" creationId="{4DCFD83A-3549-FB03-D3F1-4AEFC0C0521D}"/>
          </ac:spMkLst>
        </pc:spChg>
        <pc:spChg chg="mod">
          <ac:chgData name="Kadam, Vivek (Cognizant)" userId="7b17e59d-64e0-4b48-8b9c-da65953089bc" providerId="ADAL" clId="{EE12E783-357B-46E6-944F-098779C11534}" dt="2026-01-30T06:38:56.831" v="2635"/>
          <ac:spMkLst>
            <pc:docMk/>
            <pc:sldMk cId="1344932474" sldId="256"/>
            <ac:spMk id="34" creationId="{21FE2E9A-D762-95FF-76E7-3FDCEC78A856}"/>
          </ac:spMkLst>
        </pc:spChg>
        <pc:spChg chg="mod">
          <ac:chgData name="Kadam, Vivek (Cognizant)" userId="7b17e59d-64e0-4b48-8b9c-da65953089bc" providerId="ADAL" clId="{EE12E783-357B-46E6-944F-098779C11534}" dt="2026-01-29T06:46:30.294" v="2491"/>
          <ac:spMkLst>
            <pc:docMk/>
            <pc:sldMk cId="1344932474" sldId="256"/>
            <ac:spMk id="35" creationId="{4A431D4C-1E67-C5F2-F0ED-2E8D1DACB13B}"/>
          </ac:spMkLst>
        </pc:spChg>
        <pc:spChg chg="mod">
          <ac:chgData name="Kadam, Vivek (Cognizant)" userId="7b17e59d-64e0-4b48-8b9c-da65953089bc" providerId="ADAL" clId="{EE12E783-357B-46E6-944F-098779C11534}" dt="2026-01-30T06:38:56.831" v="2635"/>
          <ac:spMkLst>
            <pc:docMk/>
            <pc:sldMk cId="1344932474" sldId="256"/>
            <ac:spMk id="36" creationId="{EE92803E-6322-F75A-E4A6-5C183A3FD515}"/>
          </ac:spMkLst>
        </pc:spChg>
        <pc:spChg chg="mod">
          <ac:chgData name="Kadam, Vivek (Cognizant)" userId="7b17e59d-64e0-4b48-8b9c-da65953089bc" providerId="ADAL" clId="{EE12E783-357B-46E6-944F-098779C11534}" dt="2026-01-30T06:38:56.831" v="2635"/>
          <ac:spMkLst>
            <pc:docMk/>
            <pc:sldMk cId="1344932474" sldId="256"/>
            <ac:spMk id="37" creationId="{25787512-4D8F-0E58-6D1A-7A32262A0A8C}"/>
          </ac:spMkLst>
        </pc:spChg>
        <pc:spChg chg="mod">
          <ac:chgData name="Kadam, Vivek (Cognizant)" userId="7b17e59d-64e0-4b48-8b9c-da65953089bc" providerId="ADAL" clId="{EE12E783-357B-46E6-944F-098779C11534}" dt="2026-01-30T06:38:56.831" v="2635"/>
          <ac:spMkLst>
            <pc:docMk/>
            <pc:sldMk cId="1344932474" sldId="256"/>
            <ac:spMk id="38" creationId="{4858861F-BD7A-8789-1959-4AE34D1DFDAF}"/>
          </ac:spMkLst>
        </pc:spChg>
        <pc:spChg chg="mod">
          <ac:chgData name="Kadam, Vivek (Cognizant)" userId="7b17e59d-64e0-4b48-8b9c-da65953089bc" providerId="ADAL" clId="{EE12E783-357B-46E6-944F-098779C11534}" dt="2026-01-29T06:46:30.294" v="2491"/>
          <ac:spMkLst>
            <pc:docMk/>
            <pc:sldMk cId="1344932474" sldId="256"/>
            <ac:spMk id="39" creationId="{9EEF1A10-16A1-610D-18F4-A31D5F1234F9}"/>
          </ac:spMkLst>
        </pc:spChg>
        <pc:spChg chg="mod">
          <ac:chgData name="Kadam, Vivek (Cognizant)" userId="7b17e59d-64e0-4b48-8b9c-da65953089bc" providerId="ADAL" clId="{EE12E783-357B-46E6-944F-098779C11534}" dt="2026-01-30T06:38:56.831" v="2635"/>
          <ac:spMkLst>
            <pc:docMk/>
            <pc:sldMk cId="1344932474" sldId="256"/>
            <ac:spMk id="41" creationId="{A931BC62-0AC2-06AD-7137-BE5711318B29}"/>
          </ac:spMkLst>
        </pc:spChg>
        <pc:spChg chg="mod">
          <ac:chgData name="Kadam, Vivek (Cognizant)" userId="7b17e59d-64e0-4b48-8b9c-da65953089bc" providerId="ADAL" clId="{EE12E783-357B-46E6-944F-098779C11534}" dt="2026-01-30T06:38:56.831" v="2635"/>
          <ac:spMkLst>
            <pc:docMk/>
            <pc:sldMk cId="1344932474" sldId="256"/>
            <ac:spMk id="43" creationId="{CA7D9CDE-A09F-D152-6D9D-B6F63CF21C0C}"/>
          </ac:spMkLst>
        </pc:spChg>
        <pc:spChg chg="mod">
          <ac:chgData name="Kadam, Vivek (Cognizant)" userId="7b17e59d-64e0-4b48-8b9c-da65953089bc" providerId="ADAL" clId="{EE12E783-357B-46E6-944F-098779C11534}" dt="2026-01-29T06:46:30.294" v="2491"/>
          <ac:spMkLst>
            <pc:docMk/>
            <pc:sldMk cId="1344932474" sldId="256"/>
            <ac:spMk id="44" creationId="{4D79ABBC-0515-34C4-83D6-8FF2FC0BFB8B}"/>
          </ac:spMkLst>
        </pc:spChg>
        <pc:spChg chg="mod">
          <ac:chgData name="Kadam, Vivek (Cognizant)" userId="7b17e59d-64e0-4b48-8b9c-da65953089bc" providerId="ADAL" clId="{EE12E783-357B-46E6-944F-098779C11534}" dt="2026-01-29T06:46:30.294" v="2491"/>
          <ac:spMkLst>
            <pc:docMk/>
            <pc:sldMk cId="1344932474" sldId="256"/>
            <ac:spMk id="49" creationId="{7C9E6AAB-011C-A0C3-4977-876E11C220A0}"/>
          </ac:spMkLst>
        </pc:spChg>
        <pc:spChg chg="mod">
          <ac:chgData name="Kadam, Vivek (Cognizant)" userId="7b17e59d-64e0-4b48-8b9c-da65953089bc" providerId="ADAL" clId="{EE12E783-357B-46E6-944F-098779C11534}" dt="2026-01-30T06:38:56.831" v="2635"/>
          <ac:spMkLst>
            <pc:docMk/>
            <pc:sldMk cId="1344932474" sldId="256"/>
            <ac:spMk id="52" creationId="{2A3DE019-63BE-A439-38D7-D66D998832BA}"/>
          </ac:spMkLst>
        </pc:spChg>
        <pc:spChg chg="mod">
          <ac:chgData name="Kadam, Vivek (Cognizant)" userId="7b17e59d-64e0-4b48-8b9c-da65953089bc" providerId="ADAL" clId="{EE12E783-357B-46E6-944F-098779C11534}" dt="2026-01-30T06:37:13.271" v="2615" actId="1035"/>
          <ac:spMkLst>
            <pc:docMk/>
            <pc:sldMk cId="1344932474" sldId="256"/>
            <ac:spMk id="55" creationId="{35030EA8-50D0-A443-7058-D0770D6E4E1C}"/>
          </ac:spMkLst>
        </pc:spChg>
        <pc:spChg chg="mod">
          <ac:chgData name="Kadam, Vivek (Cognizant)" userId="7b17e59d-64e0-4b48-8b9c-da65953089bc" providerId="ADAL" clId="{EE12E783-357B-46E6-944F-098779C11534}" dt="2026-01-30T06:38:56.831" v="2635"/>
          <ac:spMkLst>
            <pc:docMk/>
            <pc:sldMk cId="1344932474" sldId="256"/>
            <ac:spMk id="58" creationId="{701A8F16-CC09-CE18-7DDA-818E726C78A0}"/>
          </ac:spMkLst>
        </pc:spChg>
        <pc:spChg chg="add mod">
          <ac:chgData name="Kadam, Vivek (Cognizant)" userId="7b17e59d-64e0-4b48-8b9c-da65953089bc" providerId="ADAL" clId="{EE12E783-357B-46E6-944F-098779C11534}" dt="2026-01-30T06:39:56.485" v="2662" actId="1076"/>
          <ac:spMkLst>
            <pc:docMk/>
            <pc:sldMk cId="1344932474" sldId="256"/>
            <ac:spMk id="60" creationId="{BEC6926A-1E78-9EB6-944E-507C8FF7AF9D}"/>
          </ac:spMkLst>
        </pc:spChg>
        <pc:spChg chg="mod">
          <ac:chgData name="Kadam, Vivek (Cognizant)" userId="7b17e59d-64e0-4b48-8b9c-da65953089bc" providerId="ADAL" clId="{EE12E783-357B-46E6-944F-098779C11534}" dt="2026-01-09T12:40:27.065" v="2091" actId="113"/>
          <ac:spMkLst>
            <pc:docMk/>
            <pc:sldMk cId="1344932474" sldId="256"/>
            <ac:spMk id="438" creationId="{6142F90B-34B0-811B-BAF4-8083B526EB3B}"/>
          </ac:spMkLst>
        </pc:spChg>
        <pc:spChg chg="mod">
          <ac:chgData name="Kadam, Vivek (Cognizant)" userId="7b17e59d-64e0-4b48-8b9c-da65953089bc" providerId="ADAL" clId="{EE12E783-357B-46E6-944F-098779C11534}" dt="2026-01-09T12:40:23.526" v="2090" actId="113"/>
          <ac:spMkLst>
            <pc:docMk/>
            <pc:sldMk cId="1344932474" sldId="256"/>
            <ac:spMk id="651" creationId="{4AF8B696-6102-CDBE-6367-B9E704913F96}"/>
          </ac:spMkLst>
        </pc:spChg>
        <pc:grpChg chg="mod">
          <ac:chgData name="Kadam, Vivek (Cognizant)" userId="7b17e59d-64e0-4b48-8b9c-da65953089bc" providerId="ADAL" clId="{EE12E783-357B-46E6-944F-098779C11534}" dt="2026-01-09T12:42:05.816" v="2138" actId="1036"/>
          <ac:grpSpMkLst>
            <pc:docMk/>
            <pc:sldMk cId="1344932474" sldId="256"/>
            <ac:grpSpMk id="3" creationId="{F7188496-8494-B039-C80D-1F7681C793EA}"/>
          </ac:grpSpMkLst>
        </pc:grpChg>
        <pc:grpChg chg="mod">
          <ac:chgData name="Kadam, Vivek (Cognizant)" userId="7b17e59d-64e0-4b48-8b9c-da65953089bc" providerId="ADAL" clId="{EE12E783-357B-46E6-944F-098779C11534}" dt="2026-01-09T12:41:34.697" v="2114" actId="1036"/>
          <ac:grpSpMkLst>
            <pc:docMk/>
            <pc:sldMk cId="1344932474" sldId="256"/>
            <ac:grpSpMk id="4" creationId="{932F5FAB-A5C6-7466-1536-9B6EFD177708}"/>
          </ac:grpSpMkLst>
        </pc:grpChg>
        <pc:grpChg chg="mod">
          <ac:chgData name="Kadam, Vivek (Cognizant)" userId="7b17e59d-64e0-4b48-8b9c-da65953089bc" providerId="ADAL" clId="{EE12E783-357B-46E6-944F-098779C11534}" dt="2026-01-30T06:36:16.596" v="2593" actId="1076"/>
          <ac:grpSpMkLst>
            <pc:docMk/>
            <pc:sldMk cId="1344932474" sldId="256"/>
            <ac:grpSpMk id="8" creationId="{1536BEB5-B054-582E-8F9E-B5D65A50E26A}"/>
          </ac:grpSpMkLst>
        </pc:grpChg>
        <pc:grpChg chg="mod">
          <ac:chgData name="Kadam, Vivek (Cognizant)" userId="7b17e59d-64e0-4b48-8b9c-da65953089bc" providerId="ADAL" clId="{EE12E783-357B-46E6-944F-098779C11534}" dt="2026-01-29T06:31:35.429" v="2258" actId="1035"/>
          <ac:grpSpMkLst>
            <pc:docMk/>
            <pc:sldMk cId="1344932474" sldId="256"/>
            <ac:grpSpMk id="94" creationId="{0218CA55-D0B5-1BB3-95A9-9761606EC288}"/>
          </ac:grpSpMkLst>
        </pc:grpChg>
        <pc:grpChg chg="mod">
          <ac:chgData name="Kadam, Vivek (Cognizant)" userId="7b17e59d-64e0-4b48-8b9c-da65953089bc" providerId="ADAL" clId="{EE12E783-357B-46E6-944F-098779C11534}" dt="2026-01-29T06:47:44.569" v="2547" actId="1036"/>
          <ac:grpSpMkLst>
            <pc:docMk/>
            <pc:sldMk cId="1344932474" sldId="256"/>
            <ac:grpSpMk id="436" creationId="{38B1AC09-AC2B-A1A8-80BD-F08E7D4A1D60}"/>
          </ac:grpSpMkLst>
        </pc:grpChg>
        <pc:grpChg chg="mod">
          <ac:chgData name="Kadam, Vivek (Cognizant)" userId="7b17e59d-64e0-4b48-8b9c-da65953089bc" providerId="ADAL" clId="{EE12E783-357B-46E6-944F-098779C11534}" dt="2026-01-29T06:47:33.720" v="2533" actId="1036"/>
          <ac:grpSpMkLst>
            <pc:docMk/>
            <pc:sldMk cId="1344932474" sldId="256"/>
            <ac:grpSpMk id="648" creationId="{0A225852-58B8-D7B1-F17E-769D7E3395DA}"/>
          </ac:grpSpMkLst>
        </pc:grpChg>
        <pc:picChg chg="mod">
          <ac:chgData name="Kadam, Vivek (Cognizant)" userId="7b17e59d-64e0-4b48-8b9c-da65953089bc" providerId="ADAL" clId="{EE12E783-357B-46E6-944F-098779C11534}" dt="2026-01-29T06:31:35.429" v="2258" actId="1035"/>
          <ac:picMkLst>
            <pc:docMk/>
            <pc:sldMk cId="1344932474" sldId="256"/>
            <ac:picMk id="91" creationId="{EE6D0F67-8596-FA2B-33DD-8BA46E8238F8}"/>
          </ac:picMkLst>
        </pc:picChg>
        <pc:picChg chg="mod">
          <ac:chgData name="Kadam, Vivek (Cognizant)" userId="7b17e59d-64e0-4b48-8b9c-da65953089bc" providerId="ADAL" clId="{EE12E783-357B-46E6-944F-098779C11534}" dt="2026-01-29T06:31:35.429" v="2258" actId="1035"/>
          <ac:picMkLst>
            <pc:docMk/>
            <pc:sldMk cId="1344932474" sldId="256"/>
            <ac:picMk id="92" creationId="{39707BC1-1C10-F20D-A29F-52D1C9A3D350}"/>
          </ac:picMkLst>
        </pc:picChg>
        <pc:picChg chg="mod">
          <ac:chgData name="Kadam, Vivek (Cognizant)" userId="7b17e59d-64e0-4b48-8b9c-da65953089bc" providerId="ADAL" clId="{EE12E783-357B-46E6-944F-098779C11534}" dt="2026-01-29T06:31:35.429" v="2258" actId="1035"/>
          <ac:picMkLst>
            <pc:docMk/>
            <pc:sldMk cId="1344932474" sldId="256"/>
            <ac:picMk id="93" creationId="{6917475B-D7C1-AAF9-6000-CD135E2FFF87}"/>
          </ac:picMkLst>
        </pc:picChg>
        <pc:cxnChg chg="mod">
          <ac:chgData name="Kadam, Vivek (Cognizant)" userId="7b17e59d-64e0-4b48-8b9c-da65953089bc" providerId="ADAL" clId="{EE12E783-357B-46E6-944F-098779C11534}" dt="2026-01-09T12:42:28.357" v="2144" actId="1036"/>
          <ac:cxnSpMkLst>
            <pc:docMk/>
            <pc:sldMk cId="1344932474" sldId="256"/>
            <ac:cxnSpMk id="111" creationId="{D8A2213F-424F-46EE-84AE-72C023419E7C}"/>
          </ac:cxnSpMkLst>
        </pc:cxnChg>
        <pc:cxnChg chg="mod">
          <ac:chgData name="Kadam, Vivek (Cognizant)" userId="7b17e59d-64e0-4b48-8b9c-da65953089bc" providerId="ADAL" clId="{EE12E783-357B-46E6-944F-098779C11534}" dt="2026-01-09T12:42:17.444" v="2142" actId="1036"/>
          <ac:cxnSpMkLst>
            <pc:docMk/>
            <pc:sldMk cId="1344932474" sldId="256"/>
            <ac:cxnSpMk id="709" creationId="{CDF2941C-2BE6-7F0D-234B-643869E1B323}"/>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64382B-429B-487A-A795-1CDD88FD80A8}" type="datetimeFigureOut">
              <a:rPr lang="en-IN" smtClean="0"/>
              <a:t>04-02-2026</a:t>
            </a:fld>
            <a:endParaRPr lang="en-IN"/>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24886A-CA15-41B7-A550-10772C47202A}" type="slidenum">
              <a:rPr lang="en-IN" smtClean="0"/>
              <a:t>‹#›</a:t>
            </a:fld>
            <a:endParaRPr lang="en-IN"/>
          </a:p>
        </p:txBody>
      </p:sp>
    </p:spTree>
    <p:extLst>
      <p:ext uri="{BB962C8B-B14F-4D97-AF65-F5344CB8AC3E}">
        <p14:creationId xmlns:p14="http://schemas.microsoft.com/office/powerpoint/2010/main" val="1688209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65C088B-58E1-4CFB-95B5-5446CC148E7C}" type="datetimeFigureOut">
              <a:rPr lang="en-IN" smtClean="0"/>
              <a:t>04-02-2026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E4A46FE-F287-48FC-8A05-4FE44E07310E}" type="slidenum">
              <a:rPr lang="en-IN" smtClean="0"/>
              <a:t>‹#›</a:t>
            </a:fld>
            <a:endParaRPr lang="en-IN"/>
          </a:p>
        </p:txBody>
      </p:sp>
    </p:spTree>
    <p:extLst>
      <p:ext uri="{BB962C8B-B14F-4D97-AF65-F5344CB8AC3E}">
        <p14:creationId xmlns:p14="http://schemas.microsoft.com/office/powerpoint/2010/main" val="9087204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65C088B-58E1-4CFB-95B5-5446CC148E7C}" type="datetimeFigureOut">
              <a:rPr lang="en-IN" smtClean="0"/>
              <a:t>04-02-2026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E4A46FE-F287-48FC-8A05-4FE44E07310E}" type="slidenum">
              <a:rPr lang="en-IN" smtClean="0"/>
              <a:t>‹#›</a:t>
            </a:fld>
            <a:endParaRPr lang="en-IN"/>
          </a:p>
        </p:txBody>
      </p:sp>
    </p:spTree>
    <p:extLst>
      <p:ext uri="{BB962C8B-B14F-4D97-AF65-F5344CB8AC3E}">
        <p14:creationId xmlns:p14="http://schemas.microsoft.com/office/powerpoint/2010/main" val="29638901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65C088B-58E1-4CFB-95B5-5446CC148E7C}" type="datetimeFigureOut">
              <a:rPr lang="en-IN" smtClean="0"/>
              <a:t>04-02-2026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E4A46FE-F287-48FC-8A05-4FE44E07310E}" type="slidenum">
              <a:rPr lang="en-IN" smtClean="0"/>
              <a:t>‹#›</a:t>
            </a:fld>
            <a:endParaRPr lang="en-IN"/>
          </a:p>
        </p:txBody>
      </p:sp>
    </p:spTree>
    <p:extLst>
      <p:ext uri="{BB962C8B-B14F-4D97-AF65-F5344CB8AC3E}">
        <p14:creationId xmlns:p14="http://schemas.microsoft.com/office/powerpoint/2010/main" val="1186740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65C088B-58E1-4CFB-95B5-5446CC148E7C}" type="datetimeFigureOut">
              <a:rPr lang="en-IN" smtClean="0"/>
              <a:t>04-02-2026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E4A46FE-F287-48FC-8A05-4FE44E07310E}" type="slidenum">
              <a:rPr lang="en-IN" smtClean="0"/>
              <a:t>‹#›</a:t>
            </a:fld>
            <a:endParaRPr lang="en-IN"/>
          </a:p>
        </p:txBody>
      </p:sp>
    </p:spTree>
    <p:extLst>
      <p:ext uri="{BB962C8B-B14F-4D97-AF65-F5344CB8AC3E}">
        <p14:creationId xmlns:p14="http://schemas.microsoft.com/office/powerpoint/2010/main" val="428169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65C088B-58E1-4CFB-95B5-5446CC148E7C}" type="datetimeFigureOut">
              <a:rPr lang="en-IN" smtClean="0"/>
              <a:t>04-02-2026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E4A46FE-F287-48FC-8A05-4FE44E07310E}" type="slidenum">
              <a:rPr lang="en-IN" smtClean="0"/>
              <a:t>‹#›</a:t>
            </a:fld>
            <a:endParaRPr lang="en-IN"/>
          </a:p>
        </p:txBody>
      </p:sp>
    </p:spTree>
    <p:extLst>
      <p:ext uri="{BB962C8B-B14F-4D97-AF65-F5344CB8AC3E}">
        <p14:creationId xmlns:p14="http://schemas.microsoft.com/office/powerpoint/2010/main" val="14604093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65C088B-58E1-4CFB-95B5-5446CC148E7C}" type="datetimeFigureOut">
              <a:rPr lang="en-IN" smtClean="0"/>
              <a:t>04-02-2026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E4A46FE-F287-48FC-8A05-4FE44E07310E}" type="slidenum">
              <a:rPr lang="en-IN" smtClean="0"/>
              <a:t>‹#›</a:t>
            </a:fld>
            <a:endParaRPr lang="en-IN"/>
          </a:p>
        </p:txBody>
      </p:sp>
    </p:spTree>
    <p:extLst>
      <p:ext uri="{BB962C8B-B14F-4D97-AF65-F5344CB8AC3E}">
        <p14:creationId xmlns:p14="http://schemas.microsoft.com/office/powerpoint/2010/main" val="10850395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65C088B-58E1-4CFB-95B5-5446CC148E7C}" type="datetimeFigureOut">
              <a:rPr lang="en-IN" smtClean="0"/>
              <a:t>04-02-2026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E4A46FE-F287-48FC-8A05-4FE44E07310E}" type="slidenum">
              <a:rPr lang="en-IN" smtClean="0"/>
              <a:t>‹#›</a:t>
            </a:fld>
            <a:endParaRPr lang="en-IN"/>
          </a:p>
        </p:txBody>
      </p:sp>
    </p:spTree>
    <p:extLst>
      <p:ext uri="{BB962C8B-B14F-4D97-AF65-F5344CB8AC3E}">
        <p14:creationId xmlns:p14="http://schemas.microsoft.com/office/powerpoint/2010/main" val="4973287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665C088B-58E1-4CFB-95B5-5446CC148E7C}" type="datetimeFigureOut">
              <a:rPr lang="en-IN" smtClean="0"/>
              <a:t>04-02-2026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E4A46FE-F287-48FC-8A05-4FE44E07310E}" type="slidenum">
              <a:rPr lang="en-IN" smtClean="0"/>
              <a:t>‹#›</a:t>
            </a:fld>
            <a:endParaRPr lang="en-IN"/>
          </a:p>
        </p:txBody>
      </p:sp>
    </p:spTree>
    <p:extLst>
      <p:ext uri="{BB962C8B-B14F-4D97-AF65-F5344CB8AC3E}">
        <p14:creationId xmlns:p14="http://schemas.microsoft.com/office/powerpoint/2010/main" val="42314141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665C088B-58E1-4CFB-95B5-5446CC148E7C}" type="datetimeFigureOut">
              <a:rPr lang="en-IN" smtClean="0"/>
              <a:t>04-02-2026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E4A46FE-F287-48FC-8A05-4FE44E07310E}" type="slidenum">
              <a:rPr lang="en-IN" smtClean="0"/>
              <a:t>‹#›</a:t>
            </a:fld>
            <a:endParaRPr lang="en-IN"/>
          </a:p>
        </p:txBody>
      </p:sp>
    </p:spTree>
    <p:extLst>
      <p:ext uri="{BB962C8B-B14F-4D97-AF65-F5344CB8AC3E}">
        <p14:creationId xmlns:p14="http://schemas.microsoft.com/office/powerpoint/2010/main" val="3644331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65C088B-58E1-4CFB-95B5-5446CC148E7C}" type="datetimeFigureOut">
              <a:rPr lang="en-IN" smtClean="0"/>
              <a:t>04-02-2026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E4A46FE-F287-48FC-8A05-4FE44E07310E}" type="slidenum">
              <a:rPr lang="en-IN" smtClean="0"/>
              <a:t>‹#›</a:t>
            </a:fld>
            <a:endParaRPr lang="en-IN"/>
          </a:p>
        </p:txBody>
      </p:sp>
    </p:spTree>
    <p:extLst>
      <p:ext uri="{BB962C8B-B14F-4D97-AF65-F5344CB8AC3E}">
        <p14:creationId xmlns:p14="http://schemas.microsoft.com/office/powerpoint/2010/main" val="34112418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65C088B-58E1-4CFB-95B5-5446CC148E7C}" type="datetimeFigureOut">
              <a:rPr lang="en-IN" smtClean="0"/>
              <a:t>04-02-2026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E4A46FE-F287-48FC-8A05-4FE44E07310E}" type="slidenum">
              <a:rPr lang="en-IN" smtClean="0"/>
              <a:t>‹#›</a:t>
            </a:fld>
            <a:endParaRPr lang="en-IN"/>
          </a:p>
        </p:txBody>
      </p:sp>
    </p:spTree>
    <p:extLst>
      <p:ext uri="{BB962C8B-B14F-4D97-AF65-F5344CB8AC3E}">
        <p14:creationId xmlns:p14="http://schemas.microsoft.com/office/powerpoint/2010/main" val="5374106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665C088B-58E1-4CFB-95B5-5446CC148E7C}" type="datetimeFigureOut">
              <a:rPr lang="en-IN" smtClean="0"/>
              <a:t>04-02-2026</a:t>
            </a:fld>
            <a:endParaRPr lang="en-IN"/>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FE4A46FE-F287-48FC-8A05-4FE44E07310E}" type="slidenum">
              <a:rPr lang="en-IN" smtClean="0"/>
              <a:t>‹#›</a:t>
            </a:fld>
            <a:endParaRPr lang="en-IN"/>
          </a:p>
        </p:txBody>
      </p:sp>
    </p:spTree>
    <p:extLst>
      <p:ext uri="{BB962C8B-B14F-4D97-AF65-F5344CB8AC3E}">
        <p14:creationId xmlns:p14="http://schemas.microsoft.com/office/powerpoint/2010/main" val="5542327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Calibri" panose="020F0502020204030204" pitchFamily="34" charset="0"/>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raphic Designer">
            <a:extLst>
              <a:ext uri="{FF2B5EF4-FFF2-40B4-BE49-F238E27FC236}">
                <a16:creationId xmlns:a16="http://schemas.microsoft.com/office/drawing/2014/main" id="{30C24D4A-FC60-4DF3-8FD2-BD2C5D063BD5}"/>
              </a:ext>
            </a:extLst>
          </p:cNvPr>
          <p:cNvSpPr txBox="1"/>
          <p:nvPr/>
        </p:nvSpPr>
        <p:spPr>
          <a:xfrm>
            <a:off x="336140" y="2331989"/>
            <a:ext cx="61378" cy="307534"/>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0360" tIns="30360" rIns="30360" bIns="30360" anchor="ctr">
            <a:spAutoFit/>
          </a:bodyPr>
          <a:lstStyle>
            <a:lvl1pPr>
              <a:defRPr sz="1500" b="0">
                <a:solidFill>
                  <a:srgbClr val="FFFFFF"/>
                </a:solidFill>
                <a:latin typeface="Calibri"/>
                <a:ea typeface="Calibri"/>
                <a:cs typeface="Calibri"/>
                <a:sym typeface="Calibri"/>
              </a:defRPr>
            </a:lvl1pPr>
          </a:lstStyle>
          <a:p>
            <a:endParaRPr lang="en-US" sz="1600" dirty="0">
              <a:solidFill>
                <a:srgbClr val="002060"/>
              </a:solidFill>
              <a:latin typeface="Daytona" panose="020B0604030500040204" pitchFamily="34" charset="0"/>
              <a:ea typeface="Cambria" panose="02040503050406030204" pitchFamily="18" charset="0"/>
            </a:endParaRPr>
          </a:p>
        </p:txBody>
      </p:sp>
      <p:grpSp>
        <p:nvGrpSpPr>
          <p:cNvPr id="4" name="Group 3">
            <a:extLst>
              <a:ext uri="{FF2B5EF4-FFF2-40B4-BE49-F238E27FC236}">
                <a16:creationId xmlns:a16="http://schemas.microsoft.com/office/drawing/2014/main" id="{932F5FAB-A5C6-7466-1536-9B6EFD177708}"/>
              </a:ext>
            </a:extLst>
          </p:cNvPr>
          <p:cNvGrpSpPr/>
          <p:nvPr/>
        </p:nvGrpSpPr>
        <p:grpSpPr>
          <a:xfrm>
            <a:off x="2310395" y="-191740"/>
            <a:ext cx="4547620" cy="553755"/>
            <a:chOff x="2351035" y="-1788446"/>
            <a:chExt cx="4547620" cy="804584"/>
          </a:xfrm>
        </p:grpSpPr>
        <p:sp>
          <p:nvSpPr>
            <p:cNvPr id="12" name="SUMMARY">
              <a:extLst>
                <a:ext uri="{FF2B5EF4-FFF2-40B4-BE49-F238E27FC236}">
                  <a16:creationId xmlns:a16="http://schemas.microsoft.com/office/drawing/2014/main" id="{9B057263-489E-4708-814B-393E8D971E83}"/>
                </a:ext>
              </a:extLst>
            </p:cNvPr>
            <p:cNvSpPr txBox="1"/>
            <p:nvPr/>
          </p:nvSpPr>
          <p:spPr>
            <a:xfrm>
              <a:off x="2351035" y="-1788446"/>
              <a:ext cx="2965723" cy="804584"/>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0360" tIns="30360" rIns="30360" bIns="30360" anchor="ctr">
              <a:spAutoFit/>
            </a:bodyPr>
            <a:lstStyle>
              <a:lvl1pPr algn="l">
                <a:defRPr sz="1700">
                  <a:latin typeface="Calibri"/>
                  <a:ea typeface="Calibri"/>
                  <a:cs typeface="Calibri"/>
                  <a:sym typeface="Calibri"/>
                </a:defRPr>
              </a:lvl1pPr>
            </a:lstStyle>
            <a:p>
              <a:endParaRPr lang="en-US" sz="1600" dirty="0">
                <a:solidFill>
                  <a:srgbClr val="002060"/>
                </a:solidFill>
                <a:latin typeface="Georgia" panose="02040502050405020303" pitchFamily="18" charset="0"/>
                <a:ea typeface="Cambria" panose="02040503050406030204" pitchFamily="18" charset="0"/>
              </a:endParaRPr>
            </a:p>
            <a:p>
              <a:r>
                <a:rPr lang="en-US" sz="1600" b="1" dirty="0">
                  <a:solidFill>
                    <a:srgbClr val="002060"/>
                  </a:solidFill>
                  <a:latin typeface="Georgia" panose="02040502050405020303" pitchFamily="18" charset="0"/>
                  <a:ea typeface="Cambria" panose="02040503050406030204" pitchFamily="18" charset="0"/>
                </a:rPr>
                <a:t>Professional Summary</a:t>
              </a:r>
            </a:p>
          </p:txBody>
        </p:sp>
        <p:cxnSp>
          <p:nvCxnSpPr>
            <p:cNvPr id="111" name="Straight Connector 110">
              <a:extLst>
                <a:ext uri="{FF2B5EF4-FFF2-40B4-BE49-F238E27FC236}">
                  <a16:creationId xmlns:a16="http://schemas.microsoft.com/office/drawing/2014/main" id="{D8A2213F-424F-46EE-84AE-72C023419E7C}"/>
                </a:ext>
              </a:extLst>
            </p:cNvPr>
            <p:cNvCxnSpPr>
              <a:cxnSpLocks/>
            </p:cNvCxnSpPr>
            <p:nvPr/>
          </p:nvCxnSpPr>
          <p:spPr>
            <a:xfrm>
              <a:off x="2362655" y="-998258"/>
              <a:ext cx="4536000" cy="0"/>
            </a:xfrm>
            <a:prstGeom prst="line">
              <a:avLst/>
            </a:prstGeom>
            <a:noFill/>
            <a:ln w="12700" cap="flat">
              <a:solidFill>
                <a:srgbClr val="002060"/>
              </a:solidFill>
              <a:prstDash val="solid"/>
              <a:miter lim="400000"/>
            </a:ln>
            <a:effectLst/>
            <a:sp3d/>
          </p:spPr>
          <p:style>
            <a:lnRef idx="0">
              <a:scrgbClr r="0" g="0" b="0"/>
            </a:lnRef>
            <a:fillRef idx="0">
              <a:scrgbClr r="0" g="0" b="0"/>
            </a:fillRef>
            <a:effectRef idx="0">
              <a:scrgbClr r="0" g="0" b="0"/>
            </a:effectRef>
            <a:fontRef idx="none"/>
          </p:style>
        </p:cxnSp>
      </p:grpSp>
      <p:sp>
        <p:nvSpPr>
          <p:cNvPr id="19" name="Rectangle">
            <a:extLst>
              <a:ext uri="{FF2B5EF4-FFF2-40B4-BE49-F238E27FC236}">
                <a16:creationId xmlns:a16="http://schemas.microsoft.com/office/drawing/2014/main" id="{A42C9406-3F08-C965-BF3D-CDA642FDB061}"/>
              </a:ext>
            </a:extLst>
          </p:cNvPr>
          <p:cNvSpPr/>
          <p:nvPr/>
        </p:nvSpPr>
        <p:spPr>
          <a:xfrm>
            <a:off x="-8467" y="-4399"/>
            <a:ext cx="2336618" cy="9907492"/>
          </a:xfrm>
          <a:prstGeom prst="rect">
            <a:avLst/>
          </a:prstGeom>
          <a:solidFill>
            <a:schemeClr val="tx1">
              <a:lumMod val="85000"/>
              <a:lumOff val="15000"/>
              <a:alpha val="74510"/>
            </a:schemeClr>
          </a:solidFill>
          <a:ln w="3175">
            <a:solidFill>
              <a:schemeClr val="bg2"/>
            </a:solidFill>
            <a:miter lim="400000"/>
          </a:ln>
        </p:spPr>
        <p:txBody>
          <a:bodyPr vert="horz" lIns="30360" tIns="30360" rIns="30360" bIns="30360" anchor="t" anchorCtr="0"/>
          <a:lstStyle/>
          <a:p>
            <a:pPr>
              <a:defRPr sz="2200" b="0">
                <a:solidFill>
                  <a:srgbClr val="FFFFFF"/>
                </a:solidFill>
                <a:latin typeface="+mn-lt"/>
                <a:ea typeface="+mn-ea"/>
                <a:cs typeface="+mn-cs"/>
                <a:sym typeface="Helvetica Neue Medium"/>
              </a:defRPr>
            </a:pPr>
            <a:endParaRPr lang="en-US" sz="900" dirty="0">
              <a:latin typeface="Daytona" panose="020B0604030500040204" pitchFamily="34" charset="0"/>
              <a:ea typeface="Cambria" panose="02040503050406030204" pitchFamily="18" charset="0"/>
            </a:endParaRPr>
          </a:p>
          <a:p>
            <a:pPr>
              <a:defRPr sz="2200" b="0">
                <a:solidFill>
                  <a:srgbClr val="FFFFFF"/>
                </a:solidFill>
                <a:latin typeface="+mn-lt"/>
                <a:ea typeface="+mn-ea"/>
                <a:cs typeface="+mn-cs"/>
                <a:sym typeface="Helvetica Neue Medium"/>
              </a:defRPr>
            </a:pPr>
            <a:endParaRPr lang="en-US" sz="900" dirty="0">
              <a:latin typeface="Daytona" panose="020B0604030500040204" pitchFamily="34" charset="0"/>
              <a:ea typeface="Cambria" panose="02040503050406030204" pitchFamily="18" charset="0"/>
            </a:endParaRPr>
          </a:p>
          <a:p>
            <a:pPr>
              <a:defRPr sz="2200" b="0">
                <a:solidFill>
                  <a:srgbClr val="FFFFFF"/>
                </a:solidFill>
                <a:latin typeface="+mn-lt"/>
                <a:ea typeface="+mn-ea"/>
                <a:cs typeface="+mn-cs"/>
                <a:sym typeface="Helvetica Neue Medium"/>
              </a:defRPr>
            </a:pPr>
            <a:endParaRPr lang="en-US" sz="900" dirty="0">
              <a:latin typeface="Daytona" panose="020B0604030500040204" pitchFamily="34" charset="0"/>
              <a:ea typeface="Cambria" panose="02040503050406030204" pitchFamily="18" charset="0"/>
            </a:endParaRPr>
          </a:p>
          <a:p>
            <a:pPr>
              <a:defRPr sz="2200" b="0">
                <a:solidFill>
                  <a:srgbClr val="FFFFFF"/>
                </a:solidFill>
                <a:latin typeface="+mn-lt"/>
                <a:ea typeface="+mn-ea"/>
                <a:cs typeface="+mn-cs"/>
                <a:sym typeface="Helvetica Neue Medium"/>
              </a:defRPr>
            </a:pPr>
            <a:endParaRPr lang="en-US" sz="900" dirty="0">
              <a:latin typeface="Daytona" panose="020B0604030500040204" pitchFamily="34" charset="0"/>
              <a:ea typeface="Cambria" panose="02040503050406030204" pitchFamily="18" charset="0"/>
            </a:endParaRPr>
          </a:p>
          <a:p>
            <a:pPr>
              <a:defRPr sz="2200" b="0">
                <a:solidFill>
                  <a:srgbClr val="FFFFFF"/>
                </a:solidFill>
                <a:latin typeface="+mn-lt"/>
                <a:ea typeface="+mn-ea"/>
                <a:cs typeface="+mn-cs"/>
                <a:sym typeface="Helvetica Neue Medium"/>
              </a:defRPr>
            </a:pPr>
            <a:endParaRPr lang="en-US" sz="900" dirty="0">
              <a:latin typeface="Daytona" panose="020B0604030500040204" pitchFamily="34" charset="0"/>
              <a:ea typeface="Cambria" panose="02040503050406030204" pitchFamily="18" charset="0"/>
            </a:endParaRPr>
          </a:p>
          <a:p>
            <a:pPr>
              <a:defRPr sz="2200" b="0">
                <a:solidFill>
                  <a:srgbClr val="FFFFFF"/>
                </a:solidFill>
                <a:latin typeface="+mn-lt"/>
                <a:ea typeface="+mn-ea"/>
                <a:cs typeface="+mn-cs"/>
                <a:sym typeface="Helvetica Neue Medium"/>
              </a:defRPr>
            </a:pPr>
            <a:endParaRPr lang="en-US" sz="900" dirty="0">
              <a:latin typeface="Daytona" panose="020B0604030500040204" pitchFamily="34" charset="0"/>
              <a:ea typeface="Cambria" panose="02040503050406030204" pitchFamily="18" charset="0"/>
            </a:endParaRPr>
          </a:p>
          <a:p>
            <a:pPr>
              <a:defRPr sz="2200" b="0">
                <a:solidFill>
                  <a:srgbClr val="FFFFFF"/>
                </a:solidFill>
                <a:latin typeface="+mn-lt"/>
                <a:ea typeface="+mn-ea"/>
                <a:cs typeface="+mn-cs"/>
                <a:sym typeface="Helvetica Neue Medium"/>
              </a:defRPr>
            </a:pPr>
            <a:endParaRPr lang="en-US" sz="900" dirty="0">
              <a:latin typeface="Daytona" panose="020B0604030500040204" pitchFamily="34" charset="0"/>
              <a:ea typeface="Cambria" panose="02040503050406030204" pitchFamily="18" charset="0"/>
            </a:endParaRPr>
          </a:p>
          <a:p>
            <a:pPr>
              <a:defRPr sz="2200" b="0">
                <a:solidFill>
                  <a:srgbClr val="FFFFFF"/>
                </a:solidFill>
                <a:latin typeface="+mn-lt"/>
                <a:ea typeface="+mn-ea"/>
                <a:cs typeface="+mn-cs"/>
                <a:sym typeface="Helvetica Neue Medium"/>
              </a:defRPr>
            </a:pPr>
            <a:endParaRPr lang="en-US" sz="1000" dirty="0">
              <a:latin typeface="Daytona" panose="020B0604030500040204" pitchFamily="34" charset="0"/>
              <a:ea typeface="Cambria" panose="02040503050406030204" pitchFamily="18" charset="0"/>
            </a:endParaRPr>
          </a:p>
          <a:p>
            <a:pPr>
              <a:defRPr sz="2200" b="0">
                <a:solidFill>
                  <a:srgbClr val="FFFFFF"/>
                </a:solidFill>
                <a:latin typeface="+mn-lt"/>
                <a:ea typeface="+mn-ea"/>
                <a:cs typeface="+mn-cs"/>
                <a:sym typeface="Helvetica Neue Medium"/>
              </a:defRPr>
            </a:pPr>
            <a:endParaRPr lang="en-US" sz="1000" dirty="0">
              <a:latin typeface="Daytona" panose="020B0604030500040204" pitchFamily="34" charset="0"/>
              <a:ea typeface="Cambria" panose="02040503050406030204" pitchFamily="18" charset="0"/>
            </a:endParaRPr>
          </a:p>
          <a:p>
            <a:pPr>
              <a:defRPr sz="2200" b="0">
                <a:solidFill>
                  <a:srgbClr val="FFFFFF"/>
                </a:solidFill>
                <a:latin typeface="+mn-lt"/>
                <a:ea typeface="+mn-ea"/>
                <a:cs typeface="+mn-cs"/>
                <a:sym typeface="Helvetica Neue Medium"/>
              </a:defRPr>
            </a:pPr>
            <a:endParaRPr lang="en-US" sz="1000" dirty="0">
              <a:latin typeface="Daytona" panose="020B0604030500040204" pitchFamily="34" charset="0"/>
              <a:ea typeface="Cambria" panose="02040503050406030204" pitchFamily="18" charset="0"/>
            </a:endParaRPr>
          </a:p>
          <a:p>
            <a:pPr>
              <a:defRPr sz="2200" b="0">
                <a:solidFill>
                  <a:srgbClr val="FFFFFF"/>
                </a:solidFill>
                <a:latin typeface="+mn-lt"/>
                <a:ea typeface="+mn-ea"/>
                <a:cs typeface="+mn-cs"/>
                <a:sym typeface="Helvetica Neue Medium"/>
              </a:defRPr>
            </a:pPr>
            <a:r>
              <a:rPr lang="en-US" sz="1400" b="1" i="1" dirty="0">
                <a:solidFill>
                  <a:schemeClr val="bg1"/>
                </a:solidFill>
                <a:latin typeface="Georgia" panose="02040502050405020303" pitchFamily="18" charset="0"/>
                <a:ea typeface="Cambria" panose="02040503050406030204" pitchFamily="18" charset="0"/>
              </a:rPr>
              <a:t>Vivek Pradeep Kadam</a:t>
            </a:r>
          </a:p>
          <a:p>
            <a:pPr marL="171450" indent="-171450">
              <a:buFont typeface="Wingdings" panose="05000000000000000000" pitchFamily="2" charset="2"/>
              <a:buChar char="Ø"/>
              <a:defRPr sz="2200" b="0">
                <a:solidFill>
                  <a:srgbClr val="FFFFFF"/>
                </a:solidFill>
                <a:latin typeface="+mn-lt"/>
                <a:ea typeface="+mn-ea"/>
                <a:cs typeface="+mn-cs"/>
                <a:sym typeface="Helvetica Neue Medium"/>
              </a:defRPr>
            </a:pPr>
            <a:r>
              <a:rPr lang="en-US" sz="1100" dirty="0">
                <a:solidFill>
                  <a:schemeClr val="accent4">
                    <a:lumMod val="60000"/>
                    <a:lumOff val="40000"/>
                  </a:schemeClr>
                </a:solidFill>
                <a:latin typeface="Georgia" panose="02040502050405020303" pitchFamily="18" charset="0"/>
                <a:ea typeface="Cambria" panose="02040503050406030204" pitchFamily="18" charset="0"/>
              </a:rPr>
              <a:t>Functional Test Lead</a:t>
            </a:r>
          </a:p>
          <a:p>
            <a:pPr marL="171450" indent="-171450">
              <a:buFont typeface="Wingdings" panose="05000000000000000000" pitchFamily="2" charset="2"/>
              <a:buChar char="Ø"/>
              <a:defRPr sz="2200" b="0">
                <a:solidFill>
                  <a:srgbClr val="FFFFFF"/>
                </a:solidFill>
                <a:latin typeface="+mn-lt"/>
                <a:ea typeface="+mn-ea"/>
                <a:cs typeface="+mn-cs"/>
                <a:sym typeface="Helvetica Neue Medium"/>
              </a:defRPr>
            </a:pPr>
            <a:r>
              <a:rPr lang="en-US" sz="1100" dirty="0">
                <a:solidFill>
                  <a:schemeClr val="accent4">
                    <a:lumMod val="60000"/>
                    <a:lumOff val="40000"/>
                  </a:schemeClr>
                </a:solidFill>
                <a:latin typeface="Georgia" panose="02040502050405020303" pitchFamily="18" charset="0"/>
                <a:ea typeface="Cambria" panose="02040503050406030204" pitchFamily="18" charset="0"/>
              </a:rPr>
              <a:t>Project Management Support &amp; Coordination</a:t>
            </a:r>
          </a:p>
          <a:p>
            <a:pPr marL="171450" indent="-171450">
              <a:buFont typeface="Wingdings" panose="05000000000000000000" pitchFamily="2" charset="2"/>
              <a:buChar char="Ø"/>
              <a:defRPr sz="2200" b="0">
                <a:solidFill>
                  <a:srgbClr val="FFFFFF"/>
                </a:solidFill>
                <a:latin typeface="+mn-lt"/>
                <a:ea typeface="+mn-ea"/>
                <a:cs typeface="+mn-cs"/>
                <a:sym typeface="Helvetica Neue Medium"/>
              </a:defRPr>
            </a:pPr>
            <a:r>
              <a:rPr lang="en-US" sz="1100" dirty="0">
                <a:solidFill>
                  <a:schemeClr val="accent4">
                    <a:lumMod val="60000"/>
                    <a:lumOff val="40000"/>
                  </a:schemeClr>
                </a:solidFill>
                <a:latin typeface="Georgia" panose="02040502050405020303" pitchFamily="18" charset="0"/>
                <a:ea typeface="Cambria" panose="02040503050406030204" pitchFamily="18" charset="0"/>
              </a:rPr>
              <a:t>Compliance-focused reviews</a:t>
            </a:r>
          </a:p>
          <a:p>
            <a:pPr marL="171450" indent="-171450">
              <a:buFont typeface="Wingdings" panose="05000000000000000000" pitchFamily="2" charset="2"/>
              <a:buChar char="Ø"/>
              <a:defRPr sz="2200" b="0">
                <a:solidFill>
                  <a:srgbClr val="FFFFFF"/>
                </a:solidFill>
                <a:latin typeface="+mn-lt"/>
                <a:ea typeface="+mn-ea"/>
                <a:cs typeface="+mn-cs"/>
                <a:sym typeface="Helvetica Neue Medium"/>
              </a:defRPr>
            </a:pPr>
            <a:r>
              <a:rPr lang="en-US" sz="1100" dirty="0">
                <a:solidFill>
                  <a:schemeClr val="accent4">
                    <a:lumMod val="60000"/>
                    <a:lumOff val="40000"/>
                  </a:schemeClr>
                </a:solidFill>
                <a:latin typeface="Georgia" panose="02040502050405020303" pitchFamily="18" charset="0"/>
                <a:ea typeface="Cambria" panose="02040503050406030204" pitchFamily="18" charset="0"/>
              </a:rPr>
              <a:t>Defect &amp; Incident Manager</a:t>
            </a:r>
          </a:p>
          <a:p>
            <a:pPr marL="171450" indent="-171450">
              <a:buFont typeface="Wingdings" panose="05000000000000000000" pitchFamily="2" charset="2"/>
              <a:buChar char="Ø"/>
              <a:defRPr sz="2200" b="0">
                <a:solidFill>
                  <a:srgbClr val="FFFFFF"/>
                </a:solidFill>
                <a:latin typeface="+mn-lt"/>
                <a:ea typeface="+mn-ea"/>
                <a:cs typeface="+mn-cs"/>
                <a:sym typeface="Helvetica Neue Medium"/>
              </a:defRPr>
            </a:pPr>
            <a:r>
              <a:rPr lang="en-US" sz="1100">
                <a:solidFill>
                  <a:schemeClr val="accent4">
                    <a:lumMod val="60000"/>
                    <a:lumOff val="40000"/>
                  </a:schemeClr>
                </a:solidFill>
                <a:latin typeface="Georgia" panose="02040502050405020303" pitchFamily="18" charset="0"/>
                <a:ea typeface="Cambria" panose="02040503050406030204" pitchFamily="18" charset="0"/>
              </a:rPr>
              <a:t>Automation </a:t>
            </a:r>
            <a:r>
              <a:rPr lang="en-US" sz="1100" dirty="0">
                <a:solidFill>
                  <a:schemeClr val="accent4">
                    <a:lumMod val="60000"/>
                    <a:lumOff val="40000"/>
                  </a:schemeClr>
                </a:solidFill>
                <a:latin typeface="Georgia" panose="02040502050405020303" pitchFamily="18" charset="0"/>
                <a:ea typeface="Cambria" panose="02040503050406030204" pitchFamily="18" charset="0"/>
              </a:rPr>
              <a:t>Testing: Playwright</a:t>
            </a:r>
          </a:p>
          <a:p>
            <a:pPr marL="171450" indent="-171450">
              <a:buFont typeface="Wingdings" panose="05000000000000000000" pitchFamily="2" charset="2"/>
              <a:buChar char="Ø"/>
              <a:defRPr sz="2200" b="0">
                <a:solidFill>
                  <a:srgbClr val="FFFFFF"/>
                </a:solidFill>
                <a:latin typeface="+mn-lt"/>
                <a:ea typeface="+mn-ea"/>
                <a:cs typeface="+mn-cs"/>
                <a:sym typeface="Helvetica Neue Medium"/>
              </a:defRPr>
            </a:pPr>
            <a:r>
              <a:rPr lang="en-US" sz="1100" dirty="0">
                <a:solidFill>
                  <a:schemeClr val="accent4">
                    <a:lumMod val="60000"/>
                    <a:lumOff val="40000"/>
                  </a:schemeClr>
                </a:solidFill>
                <a:latin typeface="Georgia" panose="02040502050405020303" pitchFamily="18" charset="0"/>
                <a:ea typeface="Cambria" panose="02040503050406030204" pitchFamily="18" charset="0"/>
              </a:rPr>
              <a:t>API Testing: POSTMAN</a:t>
            </a:r>
          </a:p>
          <a:p>
            <a:pPr>
              <a:defRPr sz="2200" b="0">
                <a:solidFill>
                  <a:srgbClr val="FFFFFF"/>
                </a:solidFill>
                <a:latin typeface="+mn-lt"/>
                <a:ea typeface="+mn-ea"/>
                <a:cs typeface="+mn-cs"/>
                <a:sym typeface="Helvetica Neue Medium"/>
              </a:defRPr>
            </a:pPr>
            <a:endParaRPr lang="en-US" sz="1100" dirty="0">
              <a:solidFill>
                <a:schemeClr val="accent4">
                  <a:lumMod val="60000"/>
                  <a:lumOff val="40000"/>
                </a:schemeClr>
              </a:solidFill>
              <a:latin typeface="Georgia" panose="02040502050405020303" pitchFamily="18" charset="0"/>
              <a:ea typeface="Cambria" panose="02040503050406030204" pitchFamily="18" charset="0"/>
            </a:endParaRPr>
          </a:p>
          <a:p>
            <a:pPr>
              <a:defRPr sz="2200" b="0">
                <a:solidFill>
                  <a:srgbClr val="FFFFFF"/>
                </a:solidFill>
                <a:latin typeface="+mn-lt"/>
                <a:ea typeface="+mn-ea"/>
                <a:cs typeface="+mn-cs"/>
                <a:sym typeface="Helvetica Neue Medium"/>
              </a:defRPr>
            </a:pPr>
            <a:r>
              <a:rPr lang="en-US" sz="1400" b="1" i="1" dirty="0">
                <a:solidFill>
                  <a:schemeClr val="bg1"/>
                </a:solidFill>
                <a:latin typeface="Georgia" panose="02040502050405020303" pitchFamily="18" charset="0"/>
                <a:ea typeface="Cambria" panose="02040503050406030204" pitchFamily="18" charset="0"/>
              </a:rPr>
              <a:t>Education:</a:t>
            </a:r>
          </a:p>
          <a:p>
            <a:pPr marL="171450" indent="-171450">
              <a:buFont typeface="Wingdings" panose="05000000000000000000" pitchFamily="2" charset="2"/>
              <a:buChar char="Ø"/>
              <a:defRPr sz="2200" b="0">
                <a:solidFill>
                  <a:srgbClr val="FFFFFF"/>
                </a:solidFill>
                <a:latin typeface="+mn-lt"/>
                <a:ea typeface="+mn-ea"/>
                <a:cs typeface="+mn-cs"/>
                <a:sym typeface="Helvetica Neue Medium"/>
              </a:defRPr>
            </a:pPr>
            <a:r>
              <a:rPr lang="en-US" sz="1100" dirty="0">
                <a:solidFill>
                  <a:schemeClr val="accent4">
                    <a:lumMod val="60000"/>
                    <a:lumOff val="40000"/>
                  </a:schemeClr>
                </a:solidFill>
                <a:latin typeface="Georgia" panose="02040502050405020303" pitchFamily="18" charset="0"/>
                <a:ea typeface="Cambria" panose="02040503050406030204" pitchFamily="18" charset="0"/>
              </a:rPr>
              <a:t>Bachelor of Engineering in Computers </a:t>
            </a:r>
          </a:p>
          <a:p>
            <a:pPr marL="171450" indent="-171450">
              <a:buFont typeface="Wingdings" panose="05000000000000000000" pitchFamily="2" charset="2"/>
              <a:buChar char="Ø"/>
              <a:defRPr sz="2200" b="0">
                <a:solidFill>
                  <a:srgbClr val="FFFFFF"/>
                </a:solidFill>
                <a:latin typeface="+mn-lt"/>
                <a:ea typeface="+mn-ea"/>
                <a:cs typeface="+mn-cs"/>
                <a:sym typeface="Helvetica Neue Medium"/>
              </a:defRPr>
            </a:pPr>
            <a:r>
              <a:rPr lang="en-US" sz="1100" dirty="0">
                <a:solidFill>
                  <a:schemeClr val="accent4">
                    <a:lumMod val="60000"/>
                    <a:lumOff val="40000"/>
                  </a:schemeClr>
                </a:solidFill>
                <a:latin typeface="Georgia" panose="02040502050405020303" pitchFamily="18" charset="0"/>
                <a:ea typeface="Cambria" panose="02040503050406030204" pitchFamily="18" charset="0"/>
              </a:rPr>
              <a:t>Diploma in Computer Technology</a:t>
            </a:r>
          </a:p>
          <a:p>
            <a:pPr>
              <a:defRPr sz="2200" b="0">
                <a:solidFill>
                  <a:srgbClr val="FFFFFF"/>
                </a:solidFill>
                <a:latin typeface="+mn-lt"/>
                <a:ea typeface="+mn-ea"/>
                <a:cs typeface="+mn-cs"/>
                <a:sym typeface="Helvetica Neue Medium"/>
              </a:defRPr>
            </a:pPr>
            <a:endParaRPr lang="en-US" sz="1400" b="1" i="1" dirty="0">
              <a:solidFill>
                <a:schemeClr val="bg1"/>
              </a:solidFill>
              <a:latin typeface="Georgia" panose="02040502050405020303" pitchFamily="18" charset="0"/>
              <a:ea typeface="Cambria" panose="02040503050406030204" pitchFamily="18" charset="0"/>
            </a:endParaRPr>
          </a:p>
          <a:p>
            <a:pPr>
              <a:defRPr sz="2200" b="0">
                <a:solidFill>
                  <a:srgbClr val="FFFFFF"/>
                </a:solidFill>
                <a:latin typeface="+mn-lt"/>
                <a:ea typeface="+mn-ea"/>
                <a:cs typeface="+mn-cs"/>
                <a:sym typeface="Helvetica Neue Medium"/>
              </a:defRPr>
            </a:pPr>
            <a:r>
              <a:rPr lang="en-US" sz="1400" b="1" i="1" dirty="0">
                <a:solidFill>
                  <a:schemeClr val="bg1"/>
                </a:solidFill>
                <a:latin typeface="Georgia" panose="02040502050405020303" pitchFamily="18" charset="0"/>
                <a:ea typeface="Cambria" panose="02040503050406030204" pitchFamily="18" charset="0"/>
              </a:rPr>
              <a:t>Certifications:</a:t>
            </a:r>
          </a:p>
          <a:p>
            <a:pPr>
              <a:defRPr sz="2200" b="0">
                <a:solidFill>
                  <a:srgbClr val="FFFFFF"/>
                </a:solidFill>
                <a:latin typeface="+mn-lt"/>
                <a:ea typeface="+mn-ea"/>
                <a:cs typeface="+mn-cs"/>
                <a:sym typeface="Helvetica Neue Medium"/>
              </a:defRPr>
            </a:pPr>
            <a:endParaRPr lang="en-US" sz="1400" b="1" i="1" dirty="0">
              <a:solidFill>
                <a:schemeClr val="bg1"/>
              </a:solidFill>
              <a:latin typeface="Georgia" panose="02040502050405020303" pitchFamily="18" charset="0"/>
              <a:ea typeface="Cambria" panose="02040503050406030204" pitchFamily="18" charset="0"/>
            </a:endParaRPr>
          </a:p>
          <a:p>
            <a:pPr>
              <a:defRPr sz="2200" b="0">
                <a:solidFill>
                  <a:srgbClr val="FFFFFF"/>
                </a:solidFill>
                <a:latin typeface="+mn-lt"/>
                <a:ea typeface="+mn-ea"/>
                <a:cs typeface="+mn-cs"/>
                <a:sym typeface="Helvetica Neue Medium"/>
              </a:defRPr>
            </a:pPr>
            <a:endParaRPr lang="en-US" sz="1000" dirty="0">
              <a:solidFill>
                <a:schemeClr val="bg1"/>
              </a:solidFill>
              <a:latin typeface="Daytona" panose="020B0604030500040204" pitchFamily="34" charset="0"/>
              <a:ea typeface="Cambria" panose="02040503050406030204" pitchFamily="18" charset="0"/>
            </a:endParaRPr>
          </a:p>
          <a:p>
            <a:pPr marL="171450" indent="-171450">
              <a:buFont typeface="Wingdings" panose="05000000000000000000" pitchFamily="2" charset="2"/>
              <a:buChar char="§"/>
              <a:defRPr sz="2200" b="0">
                <a:solidFill>
                  <a:srgbClr val="FFFFFF"/>
                </a:solidFill>
                <a:latin typeface="+mn-lt"/>
                <a:ea typeface="+mn-ea"/>
                <a:cs typeface="+mn-cs"/>
                <a:sym typeface="Helvetica Neue Medium"/>
              </a:defRPr>
            </a:pPr>
            <a:endParaRPr lang="en-US" sz="1000" dirty="0">
              <a:latin typeface="Daytona" panose="020B0604030500040204" pitchFamily="34" charset="0"/>
              <a:ea typeface="Cambria" panose="02040503050406030204" pitchFamily="18" charset="0"/>
            </a:endParaRPr>
          </a:p>
          <a:p>
            <a:pPr marL="171450" indent="-171450">
              <a:buFont typeface="Wingdings" panose="05000000000000000000" pitchFamily="2" charset="2"/>
              <a:buChar char="§"/>
              <a:defRPr sz="2200" b="0">
                <a:solidFill>
                  <a:srgbClr val="FFFFFF"/>
                </a:solidFill>
                <a:latin typeface="+mn-lt"/>
                <a:ea typeface="+mn-ea"/>
                <a:cs typeface="+mn-cs"/>
                <a:sym typeface="Helvetica Neue Medium"/>
              </a:defRPr>
            </a:pPr>
            <a:endParaRPr lang="en-US" sz="1000" dirty="0">
              <a:solidFill>
                <a:schemeClr val="bg1"/>
              </a:solidFill>
              <a:latin typeface="Daytona" panose="020B0604030500040204" pitchFamily="34" charset="0"/>
              <a:ea typeface="Cambria" panose="02040503050406030204" pitchFamily="18" charset="0"/>
            </a:endParaRPr>
          </a:p>
          <a:p>
            <a:pPr>
              <a:defRPr sz="2200" b="0">
                <a:solidFill>
                  <a:srgbClr val="FFFFFF"/>
                </a:solidFill>
                <a:latin typeface="+mn-lt"/>
                <a:ea typeface="+mn-ea"/>
                <a:cs typeface="+mn-cs"/>
                <a:sym typeface="Helvetica Neue Medium"/>
              </a:defRPr>
            </a:pPr>
            <a:endParaRPr lang="en-US" sz="1000" dirty="0">
              <a:solidFill>
                <a:schemeClr val="bg1"/>
              </a:solidFill>
              <a:latin typeface="Daytona" panose="020B0604030500040204" pitchFamily="34" charset="0"/>
              <a:ea typeface="Cambria" panose="02040503050406030204" pitchFamily="18" charset="0"/>
            </a:endParaRPr>
          </a:p>
          <a:p>
            <a:pPr>
              <a:defRPr sz="2200" b="0">
                <a:solidFill>
                  <a:srgbClr val="FFFFFF"/>
                </a:solidFill>
                <a:latin typeface="+mn-lt"/>
                <a:ea typeface="+mn-ea"/>
                <a:cs typeface="+mn-cs"/>
                <a:sym typeface="Helvetica Neue Medium"/>
              </a:defRPr>
            </a:pPr>
            <a:endParaRPr lang="en-US" sz="1000" dirty="0">
              <a:solidFill>
                <a:schemeClr val="bg1"/>
              </a:solidFill>
              <a:latin typeface="Daytona" panose="020B0604030500040204" pitchFamily="34" charset="0"/>
              <a:ea typeface="Cambria" panose="02040503050406030204" pitchFamily="18" charset="0"/>
            </a:endParaRPr>
          </a:p>
          <a:p>
            <a:pPr marL="171450" indent="-171450">
              <a:buFont typeface="Wingdings" panose="05000000000000000000" pitchFamily="2" charset="2"/>
              <a:buChar char="§"/>
              <a:defRPr sz="2200" b="0">
                <a:solidFill>
                  <a:srgbClr val="FFFFFF"/>
                </a:solidFill>
                <a:latin typeface="+mn-lt"/>
                <a:ea typeface="+mn-ea"/>
                <a:cs typeface="+mn-cs"/>
                <a:sym typeface="Helvetica Neue Medium"/>
              </a:defRPr>
            </a:pPr>
            <a:endParaRPr lang="en-US" sz="1000" dirty="0">
              <a:solidFill>
                <a:srgbClr val="002060"/>
              </a:solidFill>
              <a:latin typeface="Daytona" panose="020B0604030500040204" pitchFamily="34" charset="0"/>
              <a:ea typeface="Cambria" panose="02040503050406030204" pitchFamily="18" charset="0"/>
            </a:endParaRPr>
          </a:p>
          <a:p>
            <a:pPr>
              <a:defRPr sz="2200" b="0">
                <a:solidFill>
                  <a:srgbClr val="FFFFFF"/>
                </a:solidFill>
                <a:latin typeface="+mn-lt"/>
                <a:ea typeface="+mn-ea"/>
                <a:cs typeface="+mn-cs"/>
                <a:sym typeface="Helvetica Neue Medium"/>
              </a:defRPr>
            </a:pPr>
            <a:r>
              <a:rPr lang="en-US" sz="1400" b="1" i="1" dirty="0">
                <a:solidFill>
                  <a:schemeClr val="bg1"/>
                </a:solidFill>
                <a:latin typeface="Georgia" panose="02040502050405020303" pitchFamily="18" charset="0"/>
                <a:ea typeface="Cambria" panose="02040503050406030204" pitchFamily="18" charset="0"/>
              </a:rPr>
              <a:t>Technical Skills:</a:t>
            </a:r>
          </a:p>
          <a:p>
            <a:pPr>
              <a:defRPr sz="2200" b="0">
                <a:solidFill>
                  <a:srgbClr val="FFFFFF"/>
                </a:solidFill>
                <a:latin typeface="+mn-lt"/>
                <a:ea typeface="+mn-ea"/>
                <a:cs typeface="+mn-cs"/>
                <a:sym typeface="Helvetica Neue Medium"/>
              </a:defRPr>
            </a:pPr>
            <a:endParaRPr lang="en-US" sz="1000" dirty="0">
              <a:latin typeface="Daytona" panose="020B0604030500040204" pitchFamily="34" charset="0"/>
              <a:ea typeface="Cambria" panose="02040503050406030204" pitchFamily="18" charset="0"/>
            </a:endParaRPr>
          </a:p>
          <a:p>
            <a:pPr>
              <a:defRPr sz="2200" b="0">
                <a:solidFill>
                  <a:srgbClr val="FFFFFF"/>
                </a:solidFill>
                <a:latin typeface="+mn-lt"/>
                <a:ea typeface="+mn-ea"/>
                <a:cs typeface="+mn-cs"/>
                <a:sym typeface="Helvetica Neue Medium"/>
              </a:defRPr>
            </a:pPr>
            <a:endParaRPr lang="en-US" sz="1000" dirty="0">
              <a:solidFill>
                <a:schemeClr val="bg1"/>
              </a:solidFill>
              <a:latin typeface="Daytona" panose="020B0604030500040204" pitchFamily="34" charset="0"/>
            </a:endParaRPr>
          </a:p>
          <a:p>
            <a:pPr>
              <a:defRPr sz="2200" b="0">
                <a:solidFill>
                  <a:srgbClr val="FFFFFF"/>
                </a:solidFill>
                <a:latin typeface="+mn-lt"/>
                <a:ea typeface="+mn-ea"/>
                <a:cs typeface="+mn-cs"/>
                <a:sym typeface="Helvetica Neue Medium"/>
              </a:defRPr>
            </a:pPr>
            <a:endParaRPr lang="en-US" sz="1000" dirty="0">
              <a:solidFill>
                <a:schemeClr val="bg1"/>
              </a:solidFill>
              <a:latin typeface="Daytona" panose="020B0604030500040204" pitchFamily="34" charset="0"/>
            </a:endParaRPr>
          </a:p>
          <a:p>
            <a:pPr>
              <a:defRPr sz="2200" b="0">
                <a:solidFill>
                  <a:srgbClr val="FFFFFF"/>
                </a:solidFill>
                <a:latin typeface="+mn-lt"/>
                <a:ea typeface="+mn-ea"/>
                <a:cs typeface="+mn-cs"/>
                <a:sym typeface="Helvetica Neue Medium"/>
              </a:defRPr>
            </a:pPr>
            <a:endParaRPr lang="en-US" sz="1000" dirty="0">
              <a:solidFill>
                <a:schemeClr val="bg1"/>
              </a:solidFill>
              <a:latin typeface="Daytona" panose="020B0604030500040204" pitchFamily="34" charset="0"/>
            </a:endParaRPr>
          </a:p>
          <a:p>
            <a:pPr>
              <a:defRPr sz="2200" b="0">
                <a:solidFill>
                  <a:srgbClr val="FFFFFF"/>
                </a:solidFill>
                <a:latin typeface="+mn-lt"/>
                <a:ea typeface="+mn-ea"/>
                <a:cs typeface="+mn-cs"/>
                <a:sym typeface="Helvetica Neue Medium"/>
              </a:defRPr>
            </a:pPr>
            <a:endParaRPr lang="en-US" sz="1000" dirty="0">
              <a:solidFill>
                <a:schemeClr val="bg1"/>
              </a:solidFill>
              <a:latin typeface="Daytona" panose="020B0604030500040204" pitchFamily="34" charset="0"/>
            </a:endParaRPr>
          </a:p>
          <a:p>
            <a:pPr>
              <a:defRPr sz="2200" b="0">
                <a:solidFill>
                  <a:srgbClr val="FFFFFF"/>
                </a:solidFill>
                <a:latin typeface="+mn-lt"/>
                <a:ea typeface="+mn-ea"/>
                <a:cs typeface="+mn-cs"/>
                <a:sym typeface="Helvetica Neue Medium"/>
              </a:defRPr>
            </a:pPr>
            <a:endParaRPr lang="en-US" sz="1000" dirty="0">
              <a:solidFill>
                <a:schemeClr val="bg1"/>
              </a:solidFill>
              <a:latin typeface="Daytona" panose="020B0604030500040204" pitchFamily="34" charset="0"/>
            </a:endParaRPr>
          </a:p>
          <a:p>
            <a:pPr>
              <a:defRPr sz="2200" b="0">
                <a:solidFill>
                  <a:srgbClr val="FFFFFF"/>
                </a:solidFill>
                <a:latin typeface="+mn-lt"/>
                <a:ea typeface="+mn-ea"/>
                <a:cs typeface="+mn-cs"/>
                <a:sym typeface="Helvetica Neue Medium"/>
              </a:defRPr>
            </a:pPr>
            <a:endParaRPr lang="en-US" sz="1000" dirty="0">
              <a:solidFill>
                <a:schemeClr val="bg1"/>
              </a:solidFill>
              <a:latin typeface="Daytona" panose="020B0604030500040204" pitchFamily="34" charset="0"/>
            </a:endParaRPr>
          </a:p>
          <a:p>
            <a:pPr>
              <a:defRPr sz="2200" b="0">
                <a:solidFill>
                  <a:srgbClr val="FFFFFF"/>
                </a:solidFill>
                <a:latin typeface="+mn-lt"/>
                <a:ea typeface="+mn-ea"/>
                <a:cs typeface="+mn-cs"/>
                <a:sym typeface="Helvetica Neue Medium"/>
              </a:defRPr>
            </a:pPr>
            <a:endParaRPr lang="en-US" sz="1000" dirty="0">
              <a:solidFill>
                <a:schemeClr val="bg1"/>
              </a:solidFill>
              <a:latin typeface="Daytona" panose="020B0604030500040204" pitchFamily="34" charset="0"/>
            </a:endParaRPr>
          </a:p>
          <a:p>
            <a:pPr>
              <a:defRPr sz="2200" b="0">
                <a:solidFill>
                  <a:srgbClr val="FFFFFF"/>
                </a:solidFill>
                <a:latin typeface="+mn-lt"/>
                <a:ea typeface="+mn-ea"/>
                <a:cs typeface="+mn-cs"/>
                <a:sym typeface="Helvetica Neue Medium"/>
              </a:defRPr>
            </a:pPr>
            <a:endParaRPr lang="en-US" sz="1200" b="1" i="1" dirty="0">
              <a:solidFill>
                <a:srgbClr val="FFFF00"/>
              </a:solidFill>
              <a:latin typeface="Daytona" panose="020B0604030500040204" pitchFamily="34" charset="0"/>
              <a:ea typeface="Cambria" panose="02040503050406030204" pitchFamily="18" charset="0"/>
            </a:endParaRPr>
          </a:p>
          <a:p>
            <a:pPr>
              <a:defRPr sz="2200" b="0">
                <a:solidFill>
                  <a:srgbClr val="FFFFFF"/>
                </a:solidFill>
                <a:latin typeface="+mn-lt"/>
                <a:ea typeface="+mn-ea"/>
                <a:cs typeface="+mn-cs"/>
                <a:sym typeface="Helvetica Neue Medium"/>
              </a:defRPr>
            </a:pPr>
            <a:endParaRPr lang="en-US" sz="1200" b="1" i="1" dirty="0">
              <a:solidFill>
                <a:schemeClr val="bg1"/>
              </a:solidFill>
              <a:latin typeface="Daytona" panose="020B0604030500040204" pitchFamily="34" charset="0"/>
              <a:ea typeface="Cambria" panose="02040503050406030204" pitchFamily="18" charset="0"/>
            </a:endParaRPr>
          </a:p>
          <a:p>
            <a:pPr>
              <a:defRPr sz="2200" b="0">
                <a:solidFill>
                  <a:srgbClr val="FFFFFF"/>
                </a:solidFill>
                <a:latin typeface="+mn-lt"/>
                <a:ea typeface="+mn-ea"/>
                <a:cs typeface="+mn-cs"/>
                <a:sym typeface="Helvetica Neue Medium"/>
              </a:defRPr>
            </a:pPr>
            <a:endParaRPr lang="en-US" sz="1400" b="1" i="1" dirty="0">
              <a:solidFill>
                <a:schemeClr val="bg1"/>
              </a:solidFill>
              <a:latin typeface="Georgia" panose="02040502050405020303" pitchFamily="18" charset="0"/>
              <a:ea typeface="Cambria" panose="02040503050406030204" pitchFamily="18" charset="0"/>
            </a:endParaRPr>
          </a:p>
          <a:p>
            <a:pPr>
              <a:defRPr sz="2200" b="0">
                <a:solidFill>
                  <a:srgbClr val="FFFFFF"/>
                </a:solidFill>
                <a:latin typeface="+mn-lt"/>
                <a:ea typeface="+mn-ea"/>
                <a:cs typeface="+mn-cs"/>
                <a:sym typeface="Helvetica Neue Medium"/>
              </a:defRPr>
            </a:pPr>
            <a:endParaRPr lang="en-US" sz="1400" b="1" i="1" dirty="0">
              <a:solidFill>
                <a:schemeClr val="bg1"/>
              </a:solidFill>
              <a:latin typeface="Georgia" panose="02040502050405020303" pitchFamily="18" charset="0"/>
              <a:ea typeface="Cambria" panose="02040503050406030204" pitchFamily="18" charset="0"/>
            </a:endParaRPr>
          </a:p>
          <a:p>
            <a:pPr>
              <a:defRPr sz="2200" b="0">
                <a:solidFill>
                  <a:srgbClr val="FFFFFF"/>
                </a:solidFill>
                <a:latin typeface="+mn-lt"/>
                <a:ea typeface="+mn-ea"/>
                <a:cs typeface="+mn-cs"/>
                <a:sym typeface="Helvetica Neue Medium"/>
              </a:defRPr>
            </a:pPr>
            <a:endParaRPr lang="en-US" sz="1400" b="1" i="1" dirty="0">
              <a:solidFill>
                <a:schemeClr val="bg1"/>
              </a:solidFill>
              <a:latin typeface="Georgia" panose="02040502050405020303" pitchFamily="18" charset="0"/>
              <a:ea typeface="Cambria" panose="02040503050406030204" pitchFamily="18" charset="0"/>
            </a:endParaRPr>
          </a:p>
          <a:p>
            <a:pPr>
              <a:defRPr sz="2200" b="0">
                <a:solidFill>
                  <a:srgbClr val="FFFFFF"/>
                </a:solidFill>
                <a:latin typeface="+mn-lt"/>
                <a:ea typeface="+mn-ea"/>
                <a:cs typeface="+mn-cs"/>
                <a:sym typeface="Helvetica Neue Medium"/>
              </a:defRPr>
            </a:pPr>
            <a:r>
              <a:rPr lang="en-US" sz="1400" b="1" i="1" dirty="0">
                <a:solidFill>
                  <a:schemeClr val="bg1"/>
                </a:solidFill>
                <a:latin typeface="Georgia" panose="02040502050405020303" pitchFamily="18" charset="0"/>
                <a:ea typeface="Cambria" panose="02040503050406030204" pitchFamily="18" charset="0"/>
              </a:rPr>
              <a:t>Soft Skills:</a:t>
            </a:r>
          </a:p>
          <a:p>
            <a:pPr>
              <a:defRPr sz="2200" b="0">
                <a:solidFill>
                  <a:srgbClr val="FFFFFF"/>
                </a:solidFill>
                <a:latin typeface="+mn-lt"/>
                <a:ea typeface="+mn-ea"/>
                <a:cs typeface="+mn-cs"/>
                <a:sym typeface="Helvetica Neue Medium"/>
              </a:defRPr>
            </a:pPr>
            <a:endParaRPr lang="en-US" sz="1000" dirty="0">
              <a:solidFill>
                <a:schemeClr val="bg1"/>
              </a:solidFill>
              <a:latin typeface="Daytona" panose="020B0604030500040204" pitchFamily="34" charset="0"/>
            </a:endParaRPr>
          </a:p>
          <a:p>
            <a:pPr>
              <a:defRPr sz="2200" b="0">
                <a:solidFill>
                  <a:srgbClr val="FFFFFF"/>
                </a:solidFill>
                <a:latin typeface="+mn-lt"/>
                <a:ea typeface="+mn-ea"/>
                <a:cs typeface="+mn-cs"/>
                <a:sym typeface="Helvetica Neue Medium"/>
              </a:defRPr>
            </a:pPr>
            <a:endParaRPr lang="en-US" sz="1000" dirty="0">
              <a:solidFill>
                <a:schemeClr val="bg1"/>
              </a:solidFill>
              <a:latin typeface="Daytona" panose="020B0604030500040204" pitchFamily="34" charset="0"/>
            </a:endParaRPr>
          </a:p>
          <a:p>
            <a:pPr>
              <a:defRPr sz="2200" b="0">
                <a:solidFill>
                  <a:srgbClr val="FFFFFF"/>
                </a:solidFill>
                <a:latin typeface="+mn-lt"/>
                <a:ea typeface="+mn-ea"/>
                <a:cs typeface="+mn-cs"/>
                <a:sym typeface="Helvetica Neue Medium"/>
              </a:defRPr>
            </a:pPr>
            <a:endParaRPr lang="en-US" sz="1000" dirty="0">
              <a:solidFill>
                <a:schemeClr val="bg1"/>
              </a:solidFill>
              <a:latin typeface="Daytona" panose="020B0604030500040204" pitchFamily="34" charset="0"/>
            </a:endParaRPr>
          </a:p>
          <a:p>
            <a:pPr>
              <a:defRPr sz="2200" b="0">
                <a:solidFill>
                  <a:srgbClr val="FFFFFF"/>
                </a:solidFill>
                <a:latin typeface="+mn-lt"/>
                <a:ea typeface="+mn-ea"/>
                <a:cs typeface="+mn-cs"/>
                <a:sym typeface="Helvetica Neue Medium"/>
              </a:defRPr>
            </a:pPr>
            <a:endParaRPr lang="en-US" sz="1000" dirty="0">
              <a:solidFill>
                <a:schemeClr val="bg1"/>
              </a:solidFill>
              <a:latin typeface="Daytona" panose="020B0604030500040204" pitchFamily="34" charset="0"/>
            </a:endParaRPr>
          </a:p>
          <a:p>
            <a:pPr>
              <a:defRPr sz="2200" b="0">
                <a:solidFill>
                  <a:srgbClr val="FFFFFF"/>
                </a:solidFill>
                <a:latin typeface="+mn-lt"/>
                <a:ea typeface="+mn-ea"/>
                <a:cs typeface="+mn-cs"/>
                <a:sym typeface="Helvetica Neue Medium"/>
              </a:defRPr>
            </a:pPr>
            <a:endParaRPr lang="en-US" sz="1000" dirty="0">
              <a:solidFill>
                <a:schemeClr val="bg1"/>
              </a:solidFill>
              <a:latin typeface="Daytona" panose="020B0604030500040204" pitchFamily="34" charset="0"/>
            </a:endParaRPr>
          </a:p>
          <a:p>
            <a:pPr>
              <a:defRPr sz="2200" b="0">
                <a:solidFill>
                  <a:srgbClr val="FFFFFF"/>
                </a:solidFill>
                <a:latin typeface="+mn-lt"/>
                <a:ea typeface="+mn-ea"/>
                <a:cs typeface="+mn-cs"/>
                <a:sym typeface="Helvetica Neue Medium"/>
              </a:defRPr>
            </a:pPr>
            <a:endParaRPr lang="en-US" sz="1000" dirty="0">
              <a:solidFill>
                <a:schemeClr val="bg1"/>
              </a:solidFill>
              <a:latin typeface="Daytona" panose="020B0604030500040204" pitchFamily="34" charset="0"/>
            </a:endParaRPr>
          </a:p>
          <a:p>
            <a:pPr>
              <a:defRPr sz="2200" b="0">
                <a:solidFill>
                  <a:srgbClr val="FFFFFF"/>
                </a:solidFill>
                <a:latin typeface="+mn-lt"/>
                <a:ea typeface="+mn-ea"/>
                <a:cs typeface="+mn-cs"/>
                <a:sym typeface="Helvetica Neue Medium"/>
              </a:defRPr>
            </a:pPr>
            <a:endParaRPr lang="en-US" sz="1200" b="1" i="1" dirty="0">
              <a:solidFill>
                <a:schemeClr val="bg1"/>
              </a:solidFill>
              <a:latin typeface="Daytona" panose="020B0604030500040204" pitchFamily="34" charset="0"/>
              <a:ea typeface="Cambria" panose="02040503050406030204" pitchFamily="18" charset="0"/>
            </a:endParaRPr>
          </a:p>
          <a:p>
            <a:pPr>
              <a:defRPr sz="2200" b="0">
                <a:solidFill>
                  <a:srgbClr val="FFFFFF"/>
                </a:solidFill>
                <a:latin typeface="+mn-lt"/>
                <a:ea typeface="+mn-ea"/>
                <a:cs typeface="+mn-cs"/>
                <a:sym typeface="Helvetica Neue Medium"/>
              </a:defRPr>
            </a:pPr>
            <a:endParaRPr lang="en-US" sz="1200" b="1" i="1" dirty="0">
              <a:solidFill>
                <a:schemeClr val="bg1"/>
              </a:solidFill>
              <a:latin typeface="Daytona" panose="020B0604030500040204" pitchFamily="34" charset="0"/>
              <a:ea typeface="Cambria" panose="02040503050406030204" pitchFamily="18" charset="0"/>
            </a:endParaRPr>
          </a:p>
          <a:p>
            <a:pPr>
              <a:defRPr sz="2200" b="0">
                <a:solidFill>
                  <a:srgbClr val="FFFFFF"/>
                </a:solidFill>
                <a:latin typeface="+mn-lt"/>
                <a:ea typeface="+mn-ea"/>
                <a:cs typeface="+mn-cs"/>
                <a:sym typeface="Helvetica Neue Medium"/>
              </a:defRPr>
            </a:pPr>
            <a:r>
              <a:rPr lang="en-US" sz="1200" b="1" i="1" dirty="0">
                <a:solidFill>
                  <a:schemeClr val="bg1"/>
                </a:solidFill>
                <a:latin typeface="Georgia" panose="02040502050405020303" pitchFamily="18" charset="0"/>
                <a:ea typeface="Cambria" panose="02040503050406030204" pitchFamily="18" charset="0"/>
              </a:rPr>
              <a:t>Contact Information:</a:t>
            </a:r>
          </a:p>
          <a:p>
            <a:pPr>
              <a:defRPr sz="2200" b="0">
                <a:solidFill>
                  <a:srgbClr val="FFFFFF"/>
                </a:solidFill>
                <a:latin typeface="+mn-lt"/>
                <a:ea typeface="+mn-ea"/>
                <a:cs typeface="+mn-cs"/>
                <a:sym typeface="Helvetica Neue Medium"/>
              </a:defRPr>
            </a:pPr>
            <a:r>
              <a:rPr lang="en-US" sz="900" dirty="0">
                <a:solidFill>
                  <a:srgbClr val="002060"/>
                </a:solidFill>
                <a:latin typeface="Daytona" panose="020B0604030500040204" pitchFamily="34" charset="0"/>
              </a:rPr>
              <a:t>        	</a:t>
            </a:r>
            <a:r>
              <a:rPr lang="en-US" sz="900" dirty="0">
                <a:solidFill>
                  <a:schemeClr val="accent4">
                    <a:lumMod val="60000"/>
                    <a:lumOff val="40000"/>
                  </a:schemeClr>
                </a:solidFill>
                <a:latin typeface="Georgia" panose="02040502050405020303" pitchFamily="18" charset="0"/>
              </a:rPr>
              <a:t>Vivek.Kadam@cognizant.com</a:t>
            </a:r>
          </a:p>
          <a:p>
            <a:pPr>
              <a:defRPr sz="2200" b="0">
                <a:solidFill>
                  <a:srgbClr val="FFFFFF"/>
                </a:solidFill>
                <a:latin typeface="+mn-lt"/>
                <a:ea typeface="+mn-ea"/>
                <a:cs typeface="+mn-cs"/>
                <a:sym typeface="Helvetica Neue Medium"/>
              </a:defRPr>
            </a:pPr>
            <a:r>
              <a:rPr lang="en-US" sz="1000" dirty="0">
                <a:solidFill>
                  <a:schemeClr val="accent4">
                    <a:lumMod val="60000"/>
                    <a:lumOff val="40000"/>
                  </a:schemeClr>
                </a:solidFill>
                <a:latin typeface="Georgia" panose="02040502050405020303" pitchFamily="18" charset="0"/>
              </a:rPr>
              <a:t>	+</a:t>
            </a:r>
            <a:r>
              <a:rPr lang="en-US" sz="900" dirty="0">
                <a:solidFill>
                  <a:schemeClr val="accent4">
                    <a:lumMod val="60000"/>
                    <a:lumOff val="40000"/>
                  </a:schemeClr>
                </a:solidFill>
                <a:latin typeface="Georgia" panose="02040502050405020303" pitchFamily="18" charset="0"/>
              </a:rPr>
              <a:t>91 – 9850220482</a:t>
            </a:r>
          </a:p>
          <a:p>
            <a:pPr>
              <a:defRPr sz="2200" b="0">
                <a:solidFill>
                  <a:srgbClr val="FFFFFF"/>
                </a:solidFill>
                <a:latin typeface="+mn-lt"/>
                <a:ea typeface="+mn-ea"/>
                <a:cs typeface="+mn-cs"/>
                <a:sym typeface="Helvetica Neue Medium"/>
              </a:defRPr>
            </a:pPr>
            <a:r>
              <a:rPr lang="en-US" sz="900" dirty="0">
                <a:solidFill>
                  <a:schemeClr val="accent4">
                    <a:lumMod val="60000"/>
                    <a:lumOff val="40000"/>
                  </a:schemeClr>
                </a:solidFill>
                <a:latin typeface="Georgia" panose="02040502050405020303" pitchFamily="18" charset="0"/>
              </a:rPr>
              <a:t>	Pune, India</a:t>
            </a:r>
          </a:p>
          <a:p>
            <a:pPr>
              <a:defRPr sz="2200" b="0">
                <a:solidFill>
                  <a:srgbClr val="FFFFFF"/>
                </a:solidFill>
                <a:latin typeface="+mn-lt"/>
                <a:ea typeface="+mn-ea"/>
                <a:cs typeface="+mn-cs"/>
                <a:sym typeface="Helvetica Neue Medium"/>
              </a:defRPr>
            </a:pPr>
            <a:endParaRPr lang="en-US" sz="1000" dirty="0">
              <a:latin typeface="Daytona" panose="020B0604030500040204" pitchFamily="34" charset="0"/>
              <a:ea typeface="Cambria" panose="02040503050406030204" pitchFamily="18" charset="0"/>
            </a:endParaRPr>
          </a:p>
        </p:txBody>
      </p:sp>
      <p:pic>
        <p:nvPicPr>
          <p:cNvPr id="6" name="Picture 5" descr="A person with a mustache and glasses&#10;&#10;AI-generated content may be incorrect.">
            <a:extLst>
              <a:ext uri="{FF2B5EF4-FFF2-40B4-BE49-F238E27FC236}">
                <a16:creationId xmlns:a16="http://schemas.microsoft.com/office/drawing/2014/main" id="{BFD998A8-D4B4-9A6C-381D-E8D33C351F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38" y="2906"/>
            <a:ext cx="1341433" cy="1373190"/>
          </a:xfrm>
          <a:prstGeom prst="rect">
            <a:avLst/>
          </a:prstGeom>
        </p:spPr>
      </p:pic>
      <p:grpSp>
        <p:nvGrpSpPr>
          <p:cNvPr id="94" name="Group 93">
            <a:extLst>
              <a:ext uri="{FF2B5EF4-FFF2-40B4-BE49-F238E27FC236}">
                <a16:creationId xmlns:a16="http://schemas.microsoft.com/office/drawing/2014/main" id="{0218CA55-D0B5-1BB3-95A9-9761606EC288}"/>
              </a:ext>
            </a:extLst>
          </p:cNvPr>
          <p:cNvGrpSpPr/>
          <p:nvPr/>
        </p:nvGrpSpPr>
        <p:grpSpPr>
          <a:xfrm>
            <a:off x="19692" y="4175630"/>
            <a:ext cx="2281178" cy="912685"/>
            <a:chOff x="64940" y="4634127"/>
            <a:chExt cx="1740635" cy="1099369"/>
          </a:xfrm>
        </p:grpSpPr>
        <p:pic>
          <p:nvPicPr>
            <p:cNvPr id="91" name="Picture 2">
              <a:extLst>
                <a:ext uri="{FF2B5EF4-FFF2-40B4-BE49-F238E27FC236}">
                  <a16:creationId xmlns:a16="http://schemas.microsoft.com/office/drawing/2014/main" id="{EE6D0F67-8596-FA2B-33DD-8BA46E8238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940" y="4634127"/>
              <a:ext cx="877888" cy="6604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pic>
          <p:nvPicPr>
            <p:cNvPr id="92" name="Picture 3">
              <a:extLst>
                <a:ext uri="{FF2B5EF4-FFF2-40B4-BE49-F238E27FC236}">
                  <a16:creationId xmlns:a16="http://schemas.microsoft.com/office/drawing/2014/main" id="{39707BC1-1C10-F20D-A29F-52D1C9A3D35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15606" y="4822271"/>
              <a:ext cx="723900" cy="4603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pic>
          <p:nvPicPr>
            <p:cNvPr id="93" name="Picture 92" descr="A close up of a sign&#10;&#10;AI-generated content may be incorrect.">
              <a:extLst>
                <a:ext uri="{FF2B5EF4-FFF2-40B4-BE49-F238E27FC236}">
                  <a16:creationId xmlns:a16="http://schemas.microsoft.com/office/drawing/2014/main" id="{6917475B-D7C1-AAF9-6000-CD135E2FFF8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080" y="5353157"/>
              <a:ext cx="1725495" cy="380339"/>
            </a:xfrm>
            <a:prstGeom prst="rect">
              <a:avLst/>
            </a:prstGeom>
          </p:spPr>
        </p:pic>
      </p:grpSp>
      <p:grpSp>
        <p:nvGrpSpPr>
          <p:cNvPr id="436" name="Group 435">
            <a:extLst>
              <a:ext uri="{FF2B5EF4-FFF2-40B4-BE49-F238E27FC236}">
                <a16:creationId xmlns:a16="http://schemas.microsoft.com/office/drawing/2014/main" id="{38B1AC09-AC2B-A1A8-80BD-F08E7D4A1D60}"/>
              </a:ext>
            </a:extLst>
          </p:cNvPr>
          <p:cNvGrpSpPr/>
          <p:nvPr/>
        </p:nvGrpSpPr>
        <p:grpSpPr>
          <a:xfrm>
            <a:off x="14123" y="7986844"/>
            <a:ext cx="2286747" cy="889339"/>
            <a:chOff x="22590" y="7632982"/>
            <a:chExt cx="2286747" cy="889339"/>
          </a:xfrm>
        </p:grpSpPr>
        <p:sp>
          <p:nvSpPr>
            <p:cNvPr id="616" name="Rectangle: Rounded Corners 615">
              <a:extLst>
                <a:ext uri="{FF2B5EF4-FFF2-40B4-BE49-F238E27FC236}">
                  <a16:creationId xmlns:a16="http://schemas.microsoft.com/office/drawing/2014/main" id="{87B1F29D-F3D2-4767-B420-575A7F35164E}"/>
                </a:ext>
              </a:extLst>
            </p:cNvPr>
            <p:cNvSpPr/>
            <p:nvPr/>
          </p:nvSpPr>
          <p:spPr>
            <a:xfrm>
              <a:off x="25525" y="7632982"/>
              <a:ext cx="1306048" cy="180000"/>
            </a:xfrm>
            <a:prstGeom prst="roundRect">
              <a:avLst/>
            </a:prstGeom>
            <a:solidFill>
              <a:schemeClr val="tx2">
                <a:lumMod val="50000"/>
              </a:schemeClr>
            </a:solidFill>
            <a:ln>
              <a:noFill/>
            </a:ln>
          </p:spPr>
          <p:style>
            <a:lnRef idx="1">
              <a:schemeClr val="accent2"/>
            </a:lnRef>
            <a:fillRef idx="2">
              <a:schemeClr val="accent2"/>
            </a:fillRef>
            <a:effectRef idx="1">
              <a:schemeClr val="accent2"/>
            </a:effectRef>
            <a:fontRef idx="minor">
              <a:schemeClr val="dk1"/>
            </a:fontRef>
          </p:style>
          <p:txBody>
            <a:bodyPr rtlCol="0" anchor="ctr"/>
            <a:lstStyle/>
            <a:p>
              <a:r>
                <a:rPr lang="en-US" sz="900" dirty="0">
                  <a:ln w="0"/>
                  <a:solidFill>
                    <a:schemeClr val="accent4">
                      <a:lumMod val="60000"/>
                      <a:lumOff val="40000"/>
                    </a:schemeClr>
                  </a:solidFill>
                  <a:latin typeface="Georgia" panose="02040502050405020303" pitchFamily="18" charset="0"/>
                </a:rPr>
                <a:t>Project Management</a:t>
              </a:r>
            </a:p>
          </p:txBody>
        </p:sp>
        <p:sp>
          <p:nvSpPr>
            <p:cNvPr id="617" name="Rectangle: Rounded Corners 616">
              <a:extLst>
                <a:ext uri="{FF2B5EF4-FFF2-40B4-BE49-F238E27FC236}">
                  <a16:creationId xmlns:a16="http://schemas.microsoft.com/office/drawing/2014/main" id="{9D839792-47BD-0A7E-7899-404AFBFFA062}"/>
                </a:ext>
              </a:extLst>
            </p:cNvPr>
            <p:cNvSpPr/>
            <p:nvPr/>
          </p:nvSpPr>
          <p:spPr>
            <a:xfrm>
              <a:off x="1374311" y="7632982"/>
              <a:ext cx="835894" cy="180000"/>
            </a:xfrm>
            <a:prstGeom prst="roundRect">
              <a:avLst/>
            </a:prstGeom>
            <a:solidFill>
              <a:schemeClr val="tx2">
                <a:lumMod val="50000"/>
              </a:schemeClr>
            </a:solidFill>
            <a:ln>
              <a:noFill/>
            </a:ln>
          </p:spPr>
          <p:style>
            <a:lnRef idx="1">
              <a:schemeClr val="accent2"/>
            </a:lnRef>
            <a:fillRef idx="2">
              <a:schemeClr val="accent2"/>
            </a:fillRef>
            <a:effectRef idx="1">
              <a:schemeClr val="accent2"/>
            </a:effectRef>
            <a:fontRef idx="minor">
              <a:schemeClr val="dk1"/>
            </a:fontRef>
          </p:style>
          <p:txBody>
            <a:bodyPr rtlCol="0" anchor="ctr"/>
            <a:lstStyle/>
            <a:p>
              <a:r>
                <a:rPr lang="en-US" sz="900" dirty="0">
                  <a:ln w="0"/>
                  <a:solidFill>
                    <a:schemeClr val="accent4">
                      <a:lumMod val="60000"/>
                      <a:lumOff val="40000"/>
                    </a:schemeClr>
                  </a:solidFill>
                  <a:latin typeface="Georgia" panose="02040502050405020303" pitchFamily="18" charset="0"/>
                </a:rPr>
                <a:t>Leadership</a:t>
              </a:r>
            </a:p>
          </p:txBody>
        </p:sp>
        <p:sp>
          <p:nvSpPr>
            <p:cNvPr id="618" name="Rectangle: Rounded Corners 617">
              <a:extLst>
                <a:ext uri="{FF2B5EF4-FFF2-40B4-BE49-F238E27FC236}">
                  <a16:creationId xmlns:a16="http://schemas.microsoft.com/office/drawing/2014/main" id="{6E9C405F-9CDE-1CEB-10C3-F4CD8BEA8D79}"/>
                </a:ext>
              </a:extLst>
            </p:cNvPr>
            <p:cNvSpPr/>
            <p:nvPr/>
          </p:nvSpPr>
          <p:spPr>
            <a:xfrm>
              <a:off x="29856" y="8099749"/>
              <a:ext cx="1454000" cy="168653"/>
            </a:xfrm>
            <a:prstGeom prst="roundRect">
              <a:avLst/>
            </a:prstGeom>
            <a:solidFill>
              <a:schemeClr val="tx2">
                <a:lumMod val="50000"/>
              </a:schemeClr>
            </a:solidFill>
            <a:ln>
              <a:noFill/>
            </a:ln>
          </p:spPr>
          <p:style>
            <a:lnRef idx="1">
              <a:schemeClr val="accent2"/>
            </a:lnRef>
            <a:fillRef idx="2">
              <a:schemeClr val="accent2"/>
            </a:fillRef>
            <a:effectRef idx="1">
              <a:schemeClr val="accent2"/>
            </a:effectRef>
            <a:fontRef idx="minor">
              <a:schemeClr val="dk1"/>
            </a:fontRef>
          </p:style>
          <p:txBody>
            <a:bodyPr rtlCol="0" anchor="ctr"/>
            <a:lstStyle/>
            <a:p>
              <a:r>
                <a:rPr lang="en-US" sz="900" dirty="0">
                  <a:ln w="0"/>
                  <a:solidFill>
                    <a:schemeClr val="accent4">
                      <a:lumMod val="60000"/>
                      <a:lumOff val="40000"/>
                    </a:schemeClr>
                  </a:solidFill>
                  <a:latin typeface="Georgia" panose="02040502050405020303" pitchFamily="18" charset="0"/>
                </a:rPr>
                <a:t>Support &amp; Co-ordination</a:t>
              </a:r>
            </a:p>
          </p:txBody>
        </p:sp>
        <p:sp>
          <p:nvSpPr>
            <p:cNvPr id="619" name="Rectangle: Rounded Corners 618">
              <a:extLst>
                <a:ext uri="{FF2B5EF4-FFF2-40B4-BE49-F238E27FC236}">
                  <a16:creationId xmlns:a16="http://schemas.microsoft.com/office/drawing/2014/main" id="{6864430F-E1BC-1351-1DCD-A833378BD6CD}"/>
                </a:ext>
              </a:extLst>
            </p:cNvPr>
            <p:cNvSpPr/>
            <p:nvPr/>
          </p:nvSpPr>
          <p:spPr>
            <a:xfrm>
              <a:off x="1297964" y="8342321"/>
              <a:ext cx="894739" cy="180000"/>
            </a:xfrm>
            <a:prstGeom prst="roundRect">
              <a:avLst/>
            </a:prstGeom>
            <a:solidFill>
              <a:schemeClr val="tx2">
                <a:lumMod val="50000"/>
              </a:schemeClr>
            </a:solidFill>
            <a:ln>
              <a:noFill/>
            </a:ln>
          </p:spPr>
          <p:style>
            <a:lnRef idx="1">
              <a:schemeClr val="accent2"/>
            </a:lnRef>
            <a:fillRef idx="2">
              <a:schemeClr val="accent2"/>
            </a:fillRef>
            <a:effectRef idx="1">
              <a:schemeClr val="accent2"/>
            </a:effectRef>
            <a:fontRef idx="minor">
              <a:schemeClr val="dk1"/>
            </a:fontRef>
          </p:style>
          <p:txBody>
            <a:bodyPr rtlCol="0" anchor="ctr"/>
            <a:lstStyle/>
            <a:p>
              <a:r>
                <a:rPr lang="en-US" sz="900" dirty="0">
                  <a:ln w="0"/>
                  <a:solidFill>
                    <a:schemeClr val="accent4">
                      <a:lumMod val="60000"/>
                      <a:lumOff val="40000"/>
                    </a:schemeClr>
                  </a:solidFill>
                  <a:latin typeface="Georgia" panose="02040502050405020303" pitchFamily="18" charset="0"/>
                </a:rPr>
                <a:t>Negotiating</a:t>
              </a:r>
            </a:p>
          </p:txBody>
        </p:sp>
        <p:sp>
          <p:nvSpPr>
            <p:cNvPr id="620" name="Rectangle: Rounded Corners 619">
              <a:extLst>
                <a:ext uri="{FF2B5EF4-FFF2-40B4-BE49-F238E27FC236}">
                  <a16:creationId xmlns:a16="http://schemas.microsoft.com/office/drawing/2014/main" id="{6E5A738A-D63A-80E4-D38A-B01683FD6F94}"/>
                </a:ext>
              </a:extLst>
            </p:cNvPr>
            <p:cNvSpPr/>
            <p:nvPr/>
          </p:nvSpPr>
          <p:spPr>
            <a:xfrm>
              <a:off x="1015959" y="7862013"/>
              <a:ext cx="1095611" cy="175164"/>
            </a:xfrm>
            <a:prstGeom prst="roundRect">
              <a:avLst/>
            </a:prstGeom>
            <a:solidFill>
              <a:schemeClr val="tx2">
                <a:lumMod val="50000"/>
              </a:schemeClr>
            </a:solidFill>
            <a:ln>
              <a:noFill/>
            </a:ln>
          </p:spPr>
          <p:style>
            <a:lnRef idx="1">
              <a:schemeClr val="accent2"/>
            </a:lnRef>
            <a:fillRef idx="2">
              <a:schemeClr val="accent2"/>
            </a:fillRef>
            <a:effectRef idx="1">
              <a:schemeClr val="accent2"/>
            </a:effectRef>
            <a:fontRef idx="minor">
              <a:schemeClr val="dk1"/>
            </a:fontRef>
          </p:style>
          <p:txBody>
            <a:bodyPr rtlCol="0" anchor="ctr"/>
            <a:lstStyle/>
            <a:p>
              <a:r>
                <a:rPr lang="en-US" sz="900" dirty="0">
                  <a:ln w="0"/>
                  <a:solidFill>
                    <a:schemeClr val="accent4">
                      <a:lumMod val="60000"/>
                      <a:lumOff val="40000"/>
                    </a:schemeClr>
                  </a:solidFill>
                  <a:latin typeface="Georgia" panose="02040502050405020303" pitchFamily="18" charset="0"/>
                </a:rPr>
                <a:t>Problem Solving</a:t>
              </a:r>
            </a:p>
          </p:txBody>
        </p:sp>
        <p:sp>
          <p:nvSpPr>
            <p:cNvPr id="621" name="Rectangle: Rounded Corners 620">
              <a:extLst>
                <a:ext uri="{FF2B5EF4-FFF2-40B4-BE49-F238E27FC236}">
                  <a16:creationId xmlns:a16="http://schemas.microsoft.com/office/drawing/2014/main" id="{4B18C60C-26BE-4D2D-62DE-C23AA51289C9}"/>
                </a:ext>
              </a:extLst>
            </p:cNvPr>
            <p:cNvSpPr/>
            <p:nvPr/>
          </p:nvSpPr>
          <p:spPr>
            <a:xfrm>
              <a:off x="22590" y="8353667"/>
              <a:ext cx="1221367" cy="168654"/>
            </a:xfrm>
            <a:prstGeom prst="roundRect">
              <a:avLst/>
            </a:prstGeom>
            <a:solidFill>
              <a:schemeClr val="tx2">
                <a:lumMod val="50000"/>
              </a:schemeClr>
            </a:solidFill>
            <a:ln>
              <a:noFill/>
            </a:ln>
          </p:spPr>
          <p:style>
            <a:lnRef idx="1">
              <a:schemeClr val="accent2"/>
            </a:lnRef>
            <a:fillRef idx="2">
              <a:schemeClr val="accent2"/>
            </a:fillRef>
            <a:effectRef idx="1">
              <a:schemeClr val="accent2"/>
            </a:effectRef>
            <a:fontRef idx="minor">
              <a:schemeClr val="dk1"/>
            </a:fontRef>
          </p:style>
          <p:txBody>
            <a:bodyPr rtlCol="0" anchor="ctr"/>
            <a:lstStyle/>
            <a:p>
              <a:r>
                <a:rPr lang="en-US" sz="900" dirty="0">
                  <a:ln w="0"/>
                  <a:solidFill>
                    <a:schemeClr val="accent4">
                      <a:lumMod val="60000"/>
                      <a:lumOff val="40000"/>
                    </a:schemeClr>
                  </a:solidFill>
                  <a:latin typeface="Georgia" panose="02040502050405020303" pitchFamily="18" charset="0"/>
                </a:rPr>
                <a:t>Conflict Resolution</a:t>
              </a:r>
            </a:p>
          </p:txBody>
        </p:sp>
        <p:sp>
          <p:nvSpPr>
            <p:cNvPr id="622" name="Rectangle: Rounded Corners 621">
              <a:extLst>
                <a:ext uri="{FF2B5EF4-FFF2-40B4-BE49-F238E27FC236}">
                  <a16:creationId xmlns:a16="http://schemas.microsoft.com/office/drawing/2014/main" id="{847A712B-A9CF-C2FB-06C6-CEE74116700B}"/>
                </a:ext>
              </a:extLst>
            </p:cNvPr>
            <p:cNvSpPr/>
            <p:nvPr/>
          </p:nvSpPr>
          <p:spPr>
            <a:xfrm>
              <a:off x="25524" y="7862013"/>
              <a:ext cx="917303" cy="180000"/>
            </a:xfrm>
            <a:prstGeom prst="roundRect">
              <a:avLst/>
            </a:prstGeom>
            <a:solidFill>
              <a:schemeClr val="tx2">
                <a:lumMod val="50000"/>
              </a:schemeClr>
            </a:solidFill>
            <a:ln>
              <a:noFill/>
            </a:ln>
          </p:spPr>
          <p:style>
            <a:lnRef idx="1">
              <a:schemeClr val="accent2"/>
            </a:lnRef>
            <a:fillRef idx="2">
              <a:schemeClr val="accent2"/>
            </a:fillRef>
            <a:effectRef idx="1">
              <a:schemeClr val="accent2"/>
            </a:effectRef>
            <a:fontRef idx="minor">
              <a:schemeClr val="dk1"/>
            </a:fontRef>
          </p:style>
          <p:txBody>
            <a:bodyPr rtlCol="0" anchor="ctr"/>
            <a:lstStyle/>
            <a:p>
              <a:r>
                <a:rPr lang="en-US" sz="900" dirty="0">
                  <a:ln w="0"/>
                  <a:solidFill>
                    <a:schemeClr val="accent4">
                      <a:lumMod val="60000"/>
                      <a:lumOff val="40000"/>
                    </a:schemeClr>
                  </a:solidFill>
                  <a:latin typeface="Georgia" panose="02040502050405020303" pitchFamily="18" charset="0"/>
                </a:rPr>
                <a:t>Collaboration</a:t>
              </a:r>
            </a:p>
          </p:txBody>
        </p:sp>
        <p:sp>
          <p:nvSpPr>
            <p:cNvPr id="625" name="Rectangle: Rounded Corners 624">
              <a:extLst>
                <a:ext uri="{FF2B5EF4-FFF2-40B4-BE49-F238E27FC236}">
                  <a16:creationId xmlns:a16="http://schemas.microsoft.com/office/drawing/2014/main" id="{6383F97A-C74D-F402-D81C-1ED097DD032D}"/>
                </a:ext>
              </a:extLst>
            </p:cNvPr>
            <p:cNvSpPr/>
            <p:nvPr/>
          </p:nvSpPr>
          <p:spPr>
            <a:xfrm>
              <a:off x="1566151" y="8099749"/>
              <a:ext cx="743186" cy="168653"/>
            </a:xfrm>
            <a:prstGeom prst="roundRect">
              <a:avLst/>
            </a:prstGeom>
            <a:solidFill>
              <a:schemeClr val="tx2">
                <a:lumMod val="50000"/>
              </a:schemeClr>
            </a:solidFill>
            <a:ln>
              <a:noFill/>
            </a:ln>
          </p:spPr>
          <p:style>
            <a:lnRef idx="1">
              <a:schemeClr val="accent2"/>
            </a:lnRef>
            <a:fillRef idx="2">
              <a:schemeClr val="accent2"/>
            </a:fillRef>
            <a:effectRef idx="1">
              <a:schemeClr val="accent2"/>
            </a:effectRef>
            <a:fontRef idx="minor">
              <a:schemeClr val="dk1"/>
            </a:fontRef>
          </p:style>
          <p:txBody>
            <a:bodyPr rtlCol="0" anchor="ctr"/>
            <a:lstStyle/>
            <a:p>
              <a:r>
                <a:rPr lang="en-US" sz="900" dirty="0">
                  <a:ln w="0"/>
                  <a:solidFill>
                    <a:schemeClr val="accent4">
                      <a:lumMod val="60000"/>
                      <a:lumOff val="40000"/>
                    </a:schemeClr>
                  </a:solidFill>
                  <a:latin typeface="Georgia" panose="02040502050405020303" pitchFamily="18" charset="0"/>
                </a:rPr>
                <a:t>Execution</a:t>
              </a:r>
            </a:p>
          </p:txBody>
        </p:sp>
      </p:grpSp>
      <p:grpSp>
        <p:nvGrpSpPr>
          <p:cNvPr id="648" name="Group 647">
            <a:extLst>
              <a:ext uri="{FF2B5EF4-FFF2-40B4-BE49-F238E27FC236}">
                <a16:creationId xmlns:a16="http://schemas.microsoft.com/office/drawing/2014/main" id="{0A225852-58B8-D7B1-F17E-769D7E3395DA}"/>
              </a:ext>
            </a:extLst>
          </p:cNvPr>
          <p:cNvGrpSpPr/>
          <p:nvPr/>
        </p:nvGrpSpPr>
        <p:grpSpPr>
          <a:xfrm>
            <a:off x="38528" y="9402235"/>
            <a:ext cx="240872" cy="398018"/>
            <a:chOff x="51866" y="8607533"/>
            <a:chExt cx="316447" cy="921557"/>
          </a:xfrm>
        </p:grpSpPr>
        <p:sp>
          <p:nvSpPr>
            <p:cNvPr id="103" name="Enveloppe">
              <a:extLst>
                <a:ext uri="{FF2B5EF4-FFF2-40B4-BE49-F238E27FC236}">
                  <a16:creationId xmlns:a16="http://schemas.microsoft.com/office/drawing/2014/main" id="{03EC083F-D771-45AF-9BFC-4147F9E09986}"/>
                </a:ext>
              </a:extLst>
            </p:cNvPr>
            <p:cNvSpPr/>
            <p:nvPr/>
          </p:nvSpPr>
          <p:spPr>
            <a:xfrm>
              <a:off x="51866" y="8607533"/>
              <a:ext cx="316447" cy="237441"/>
            </a:xfrm>
            <a:custGeom>
              <a:avLst/>
              <a:gdLst/>
              <a:ahLst/>
              <a:cxnLst>
                <a:cxn ang="0">
                  <a:pos x="wd2" y="hd2"/>
                </a:cxn>
                <a:cxn ang="5400000">
                  <a:pos x="wd2" y="hd2"/>
                </a:cxn>
                <a:cxn ang="10800000">
                  <a:pos x="wd2" y="hd2"/>
                </a:cxn>
                <a:cxn ang="16200000">
                  <a:pos x="wd2" y="hd2"/>
                </a:cxn>
              </a:cxnLst>
              <a:rect l="0" t="0" r="r" b="b"/>
              <a:pathLst>
                <a:path w="21600" h="21600" extrusionOk="0">
                  <a:moveTo>
                    <a:pt x="744" y="0"/>
                  </a:moveTo>
                  <a:lnTo>
                    <a:pt x="10803" y="12213"/>
                  </a:lnTo>
                  <a:lnTo>
                    <a:pt x="20856" y="0"/>
                  </a:lnTo>
                  <a:lnTo>
                    <a:pt x="744" y="0"/>
                  </a:lnTo>
                  <a:close/>
                  <a:moveTo>
                    <a:pt x="0" y="157"/>
                  </a:moveTo>
                  <a:lnTo>
                    <a:pt x="0" y="21418"/>
                  </a:lnTo>
                  <a:cubicBezTo>
                    <a:pt x="0" y="21518"/>
                    <a:pt x="52" y="21600"/>
                    <a:pt x="115" y="21600"/>
                  </a:cubicBezTo>
                  <a:lnTo>
                    <a:pt x="21485" y="21600"/>
                  </a:lnTo>
                  <a:cubicBezTo>
                    <a:pt x="21548" y="21600"/>
                    <a:pt x="21600" y="21518"/>
                    <a:pt x="21600" y="21418"/>
                  </a:cubicBezTo>
                  <a:lnTo>
                    <a:pt x="21600" y="157"/>
                  </a:lnTo>
                  <a:lnTo>
                    <a:pt x="10976" y="13181"/>
                  </a:lnTo>
                  <a:cubicBezTo>
                    <a:pt x="10924" y="13245"/>
                    <a:pt x="10861" y="13272"/>
                    <a:pt x="10797" y="13272"/>
                  </a:cubicBezTo>
                  <a:cubicBezTo>
                    <a:pt x="10734" y="13272"/>
                    <a:pt x="10669" y="13233"/>
                    <a:pt x="10612" y="13170"/>
                  </a:cubicBezTo>
                  <a:lnTo>
                    <a:pt x="0" y="157"/>
                  </a:lnTo>
                  <a:close/>
                </a:path>
              </a:pathLst>
            </a:custGeom>
            <a:solidFill>
              <a:schemeClr val="bg1"/>
            </a:solidFill>
            <a:ln w="3175">
              <a:miter lim="400000"/>
            </a:ln>
          </p:spPr>
          <p:txBody>
            <a:bodyPr lIns="30360" tIns="30360" rIns="30360" bIns="30360" anchor="ctr"/>
            <a:lstStyle/>
            <a:p>
              <a:pPr>
                <a:defRPr sz="2200" b="0">
                  <a:solidFill>
                    <a:srgbClr val="FFFFFF"/>
                  </a:solidFill>
                  <a:latin typeface="+mn-lt"/>
                  <a:ea typeface="+mn-ea"/>
                  <a:cs typeface="+mn-cs"/>
                  <a:sym typeface="Helvetica Neue Medium"/>
                </a:defRPr>
              </a:pPr>
              <a:endParaRPr sz="1000" dirty="0">
                <a:solidFill>
                  <a:srgbClr val="002060"/>
                </a:solidFill>
                <a:latin typeface="Daytona" panose="020B0604030500040204" pitchFamily="34" charset="0"/>
                <a:ea typeface="Cambria" panose="02040503050406030204" pitchFamily="18" charset="0"/>
              </a:endParaRPr>
            </a:p>
          </p:txBody>
        </p:sp>
        <p:sp>
          <p:nvSpPr>
            <p:cNvPr id="104" name="Téléphone">
              <a:extLst>
                <a:ext uri="{FF2B5EF4-FFF2-40B4-BE49-F238E27FC236}">
                  <a16:creationId xmlns:a16="http://schemas.microsoft.com/office/drawing/2014/main" id="{E2EF314B-0AC9-4ED9-8367-BAF5A5E7487F}"/>
                </a:ext>
              </a:extLst>
            </p:cNvPr>
            <p:cNvSpPr/>
            <p:nvPr/>
          </p:nvSpPr>
          <p:spPr>
            <a:xfrm>
              <a:off x="51866" y="8908042"/>
              <a:ext cx="221163" cy="237441"/>
            </a:xfrm>
            <a:custGeom>
              <a:avLst/>
              <a:gdLst/>
              <a:ahLst/>
              <a:cxnLst>
                <a:cxn ang="0">
                  <a:pos x="wd2" y="hd2"/>
                </a:cxn>
                <a:cxn ang="5400000">
                  <a:pos x="wd2" y="hd2"/>
                </a:cxn>
                <a:cxn ang="10800000">
                  <a:pos x="wd2" y="hd2"/>
                </a:cxn>
                <a:cxn ang="16200000">
                  <a:pos x="wd2" y="hd2"/>
                </a:cxn>
              </a:cxnLst>
              <a:rect l="0" t="0" r="r" b="b"/>
              <a:pathLst>
                <a:path w="21279" h="21372" extrusionOk="0">
                  <a:moveTo>
                    <a:pt x="4456" y="0"/>
                  </a:moveTo>
                  <a:cubicBezTo>
                    <a:pt x="4319" y="3"/>
                    <a:pt x="4182" y="47"/>
                    <a:pt x="4065" y="134"/>
                  </a:cubicBezTo>
                  <a:lnTo>
                    <a:pt x="2615" y="1212"/>
                  </a:lnTo>
                  <a:lnTo>
                    <a:pt x="6378" y="6378"/>
                  </a:lnTo>
                  <a:lnTo>
                    <a:pt x="7829" y="5299"/>
                  </a:lnTo>
                  <a:cubicBezTo>
                    <a:pt x="8140" y="5067"/>
                    <a:pt x="8206" y="4624"/>
                    <a:pt x="7975" y="4311"/>
                  </a:cubicBezTo>
                  <a:lnTo>
                    <a:pt x="5072" y="311"/>
                  </a:lnTo>
                  <a:cubicBezTo>
                    <a:pt x="4920" y="104"/>
                    <a:pt x="4686" y="-4"/>
                    <a:pt x="4456" y="0"/>
                  </a:cubicBezTo>
                  <a:close/>
                  <a:moveTo>
                    <a:pt x="2209" y="1514"/>
                  </a:moveTo>
                  <a:cubicBezTo>
                    <a:pt x="2209" y="1514"/>
                    <a:pt x="-223" y="3454"/>
                    <a:pt x="16" y="7120"/>
                  </a:cubicBezTo>
                  <a:cubicBezTo>
                    <a:pt x="16" y="7120"/>
                    <a:pt x="1473" y="11065"/>
                    <a:pt x="5867" y="15478"/>
                  </a:cubicBezTo>
                  <a:cubicBezTo>
                    <a:pt x="10261" y="19891"/>
                    <a:pt x="14189" y="21356"/>
                    <a:pt x="14189" y="21356"/>
                  </a:cubicBezTo>
                  <a:cubicBezTo>
                    <a:pt x="17838" y="21596"/>
                    <a:pt x="19772" y="19154"/>
                    <a:pt x="19772" y="19154"/>
                  </a:cubicBezTo>
                  <a:lnTo>
                    <a:pt x="14628" y="15374"/>
                  </a:lnTo>
                  <a:cubicBezTo>
                    <a:pt x="13735" y="16397"/>
                    <a:pt x="12393" y="16575"/>
                    <a:pt x="11402" y="15580"/>
                  </a:cubicBezTo>
                  <a:lnTo>
                    <a:pt x="5767" y="9920"/>
                  </a:lnTo>
                  <a:cubicBezTo>
                    <a:pt x="4776" y="8925"/>
                    <a:pt x="4954" y="7577"/>
                    <a:pt x="5972" y="6680"/>
                  </a:cubicBezTo>
                  <a:lnTo>
                    <a:pt x="2209" y="1514"/>
                  </a:lnTo>
                  <a:close/>
                  <a:moveTo>
                    <a:pt x="16463" y="13230"/>
                  </a:moveTo>
                  <a:cubicBezTo>
                    <a:pt x="16285" y="13257"/>
                    <a:pt x="16117" y="13351"/>
                    <a:pt x="16002" y="13508"/>
                  </a:cubicBezTo>
                  <a:lnTo>
                    <a:pt x="14929" y="14965"/>
                  </a:lnTo>
                  <a:lnTo>
                    <a:pt x="20071" y="18746"/>
                  </a:lnTo>
                  <a:lnTo>
                    <a:pt x="21146" y="17289"/>
                  </a:lnTo>
                  <a:cubicBezTo>
                    <a:pt x="21377" y="16976"/>
                    <a:pt x="21297" y="16523"/>
                    <a:pt x="20968" y="16278"/>
                  </a:cubicBezTo>
                  <a:lnTo>
                    <a:pt x="16985" y="13361"/>
                  </a:lnTo>
                  <a:cubicBezTo>
                    <a:pt x="16829" y="13245"/>
                    <a:pt x="16641" y="13204"/>
                    <a:pt x="16463" y="13230"/>
                  </a:cubicBezTo>
                  <a:close/>
                </a:path>
              </a:pathLst>
            </a:custGeom>
            <a:solidFill>
              <a:schemeClr val="bg1"/>
            </a:solidFill>
            <a:ln w="3175">
              <a:miter lim="400000"/>
            </a:ln>
          </p:spPr>
          <p:txBody>
            <a:bodyPr lIns="30360" tIns="30360" rIns="30360" bIns="30360" anchor="ctr"/>
            <a:lstStyle/>
            <a:p>
              <a:pPr>
                <a:defRPr sz="2200" b="0">
                  <a:solidFill>
                    <a:srgbClr val="FFFFFF"/>
                  </a:solidFill>
                  <a:latin typeface="+mn-lt"/>
                  <a:ea typeface="+mn-ea"/>
                  <a:cs typeface="+mn-cs"/>
                  <a:sym typeface="Helvetica Neue Medium"/>
                </a:defRPr>
              </a:pPr>
              <a:endParaRPr sz="2400">
                <a:solidFill>
                  <a:srgbClr val="002060"/>
                </a:solidFill>
                <a:latin typeface="Daytona" panose="020B0604030500040204" pitchFamily="34" charset="0"/>
                <a:ea typeface="Cambria" panose="02040503050406030204" pitchFamily="18" charset="0"/>
              </a:endParaRPr>
            </a:p>
          </p:txBody>
        </p:sp>
        <p:sp>
          <p:nvSpPr>
            <p:cNvPr id="647" name="شكل حر 78">
              <a:extLst>
                <a:ext uri="{FF2B5EF4-FFF2-40B4-BE49-F238E27FC236}">
                  <a16:creationId xmlns:a16="http://schemas.microsoft.com/office/drawing/2014/main" id="{9F8A0E4D-B48A-CF06-8E95-9DFA57E5DDAB}"/>
                </a:ext>
              </a:extLst>
            </p:cNvPr>
            <p:cNvSpPr>
              <a:spLocks noChangeAspect="1"/>
            </p:cNvSpPr>
            <p:nvPr/>
          </p:nvSpPr>
          <p:spPr>
            <a:xfrm>
              <a:off x="51866" y="9252999"/>
              <a:ext cx="188430" cy="276091"/>
            </a:xfrm>
            <a:custGeom>
              <a:avLst/>
              <a:gdLst>
                <a:gd name="connsiteX0" fmla="*/ 1316986 w 2647950"/>
                <a:gd name="connsiteY0" fmla="*/ 704850 h 3976070"/>
                <a:gd name="connsiteX1" fmla="*/ 776597 w 2647950"/>
                <a:gd name="connsiteY1" fmla="*/ 1245239 h 3976070"/>
                <a:gd name="connsiteX2" fmla="*/ 1316986 w 2647950"/>
                <a:gd name="connsiteY2" fmla="*/ 1785628 h 3976070"/>
                <a:gd name="connsiteX3" fmla="*/ 1857375 w 2647950"/>
                <a:gd name="connsiteY3" fmla="*/ 1245239 h 3976070"/>
                <a:gd name="connsiteX4" fmla="*/ 1316986 w 2647950"/>
                <a:gd name="connsiteY4" fmla="*/ 704850 h 3976070"/>
                <a:gd name="connsiteX5" fmla="*/ 1323975 w 2647950"/>
                <a:gd name="connsiteY5" fmla="*/ 0 h 3976070"/>
                <a:gd name="connsiteX6" fmla="*/ 2647950 w 2647950"/>
                <a:gd name="connsiteY6" fmla="*/ 1323975 h 3976070"/>
                <a:gd name="connsiteX7" fmla="*/ 2421836 w 2647950"/>
                <a:gd name="connsiteY7" fmla="*/ 2064222 h 3976070"/>
                <a:gd name="connsiteX8" fmla="*/ 2358543 w 2647950"/>
                <a:gd name="connsiteY8" fmla="*/ 2148863 h 3976070"/>
                <a:gd name="connsiteX9" fmla="*/ 1334733 w 2647950"/>
                <a:gd name="connsiteY9" fmla="*/ 3976070 h 3976070"/>
                <a:gd name="connsiteX10" fmla="*/ 273757 w 2647950"/>
                <a:gd name="connsiteY10" fmla="*/ 2127934 h 3976070"/>
                <a:gd name="connsiteX11" fmla="*/ 226114 w 2647950"/>
                <a:gd name="connsiteY11" fmla="*/ 2064222 h 3976070"/>
                <a:gd name="connsiteX12" fmla="*/ 0 w 2647950"/>
                <a:gd name="connsiteY12" fmla="*/ 1323975 h 3976070"/>
                <a:gd name="connsiteX13" fmla="*/ 1323975 w 2647950"/>
                <a:gd name="connsiteY13" fmla="*/ 0 h 3976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647950" h="3976070">
                  <a:moveTo>
                    <a:pt x="1316986" y="704850"/>
                  </a:moveTo>
                  <a:cubicBezTo>
                    <a:pt x="1018537" y="704850"/>
                    <a:pt x="776597" y="946790"/>
                    <a:pt x="776597" y="1245239"/>
                  </a:cubicBezTo>
                  <a:cubicBezTo>
                    <a:pt x="776597" y="1543688"/>
                    <a:pt x="1018537" y="1785628"/>
                    <a:pt x="1316986" y="1785628"/>
                  </a:cubicBezTo>
                  <a:cubicBezTo>
                    <a:pt x="1615435" y="1785628"/>
                    <a:pt x="1857375" y="1543688"/>
                    <a:pt x="1857375" y="1245239"/>
                  </a:cubicBezTo>
                  <a:cubicBezTo>
                    <a:pt x="1857375" y="946790"/>
                    <a:pt x="1615435" y="704850"/>
                    <a:pt x="1316986" y="704850"/>
                  </a:cubicBezTo>
                  <a:close/>
                  <a:moveTo>
                    <a:pt x="1323975" y="0"/>
                  </a:moveTo>
                  <a:cubicBezTo>
                    <a:pt x="2055186" y="0"/>
                    <a:pt x="2647950" y="592764"/>
                    <a:pt x="2647950" y="1323975"/>
                  </a:cubicBezTo>
                  <a:cubicBezTo>
                    <a:pt x="2647950" y="1598179"/>
                    <a:pt x="2564593" y="1852914"/>
                    <a:pt x="2421836" y="2064222"/>
                  </a:cubicBezTo>
                  <a:lnTo>
                    <a:pt x="2358543" y="2148863"/>
                  </a:lnTo>
                  <a:lnTo>
                    <a:pt x="1334733" y="3976070"/>
                  </a:lnTo>
                  <a:lnTo>
                    <a:pt x="273757" y="2127934"/>
                  </a:lnTo>
                  <a:lnTo>
                    <a:pt x="226114" y="2064222"/>
                  </a:lnTo>
                  <a:cubicBezTo>
                    <a:pt x="83358" y="1852914"/>
                    <a:pt x="0" y="1598179"/>
                    <a:pt x="0" y="1323975"/>
                  </a:cubicBezTo>
                  <a:cubicBezTo>
                    <a:pt x="0" y="592764"/>
                    <a:pt x="592764" y="0"/>
                    <a:pt x="1323975" y="0"/>
                  </a:cubicBezTo>
                  <a:close/>
                </a:path>
              </a:pathLst>
            </a:custGeom>
            <a:solidFill>
              <a:sysClr val="window" lastClr="FFFFFF"/>
            </a:solidFill>
            <a:ln w="79375" cap="flat" cmpd="sng" algn="ctr">
              <a:noFill/>
              <a:prstDash val="solid"/>
            </a:ln>
            <a:effectLst/>
          </p:spPr>
          <p:txBody>
            <a:bodyPr rot="0" spcFirstLastPara="0" vert="horz" wrap="square" lIns="98694" tIns="49347" rIns="98694" bIns="49347" numCol="1" spcCol="0" rtlCol="1" fromWordArt="0" anchor="ctr" anchorCtr="0" forceAA="0" compatLnSpc="1">
              <a:prstTxWarp prst="textNoShape">
                <a:avLst/>
              </a:prstTxWarp>
              <a:noAutofit/>
            </a:bodyPr>
            <a:lstStyle/>
            <a:p>
              <a:endParaRPr lang="en-US"/>
            </a:p>
          </p:txBody>
        </p:sp>
      </p:grpSp>
      <p:grpSp>
        <p:nvGrpSpPr>
          <p:cNvPr id="3" name="Group 2">
            <a:extLst>
              <a:ext uri="{FF2B5EF4-FFF2-40B4-BE49-F238E27FC236}">
                <a16:creationId xmlns:a16="http://schemas.microsoft.com/office/drawing/2014/main" id="{F7188496-8494-B039-C80D-1F7681C793EA}"/>
              </a:ext>
            </a:extLst>
          </p:cNvPr>
          <p:cNvGrpSpPr/>
          <p:nvPr/>
        </p:nvGrpSpPr>
        <p:grpSpPr>
          <a:xfrm>
            <a:off x="2312982" y="3759994"/>
            <a:ext cx="4545018" cy="308147"/>
            <a:chOff x="2273833" y="2321399"/>
            <a:chExt cx="4545018" cy="334658"/>
          </a:xfrm>
        </p:grpSpPr>
        <p:sp>
          <p:nvSpPr>
            <p:cNvPr id="651" name="SUMMARY">
              <a:extLst>
                <a:ext uri="{FF2B5EF4-FFF2-40B4-BE49-F238E27FC236}">
                  <a16:creationId xmlns:a16="http://schemas.microsoft.com/office/drawing/2014/main" id="{4AF8B696-6102-CDBE-6367-B9E704913F96}"/>
                </a:ext>
              </a:extLst>
            </p:cNvPr>
            <p:cNvSpPr txBox="1"/>
            <p:nvPr/>
          </p:nvSpPr>
          <p:spPr>
            <a:xfrm>
              <a:off x="2273833" y="2321399"/>
              <a:ext cx="2915774" cy="333992"/>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0360" tIns="30360" rIns="30360" bIns="30360" anchor="ctr">
              <a:spAutoFit/>
            </a:bodyPr>
            <a:lstStyle>
              <a:lvl1pPr algn="l">
                <a:defRPr sz="1700">
                  <a:latin typeface="Calibri"/>
                  <a:ea typeface="Calibri"/>
                  <a:cs typeface="Calibri"/>
                  <a:sym typeface="Calibri"/>
                </a:defRPr>
              </a:lvl1pPr>
            </a:lstStyle>
            <a:p>
              <a:r>
                <a:rPr lang="en-US" sz="1600" b="1" dirty="0">
                  <a:solidFill>
                    <a:srgbClr val="002060"/>
                  </a:solidFill>
                  <a:latin typeface="Georgia" panose="02040502050405020303" pitchFamily="18" charset="0"/>
                  <a:ea typeface="Cambria" panose="02040503050406030204" pitchFamily="18" charset="0"/>
                </a:rPr>
                <a:t>Projects Experience</a:t>
              </a:r>
            </a:p>
          </p:txBody>
        </p:sp>
        <p:cxnSp>
          <p:nvCxnSpPr>
            <p:cNvPr id="709" name="Straight Connector 708">
              <a:extLst>
                <a:ext uri="{FF2B5EF4-FFF2-40B4-BE49-F238E27FC236}">
                  <a16:creationId xmlns:a16="http://schemas.microsoft.com/office/drawing/2014/main" id="{CDF2941C-2BE6-7F0D-234B-643869E1B323}"/>
                </a:ext>
              </a:extLst>
            </p:cNvPr>
            <p:cNvCxnSpPr>
              <a:cxnSpLocks/>
            </p:cNvCxnSpPr>
            <p:nvPr/>
          </p:nvCxnSpPr>
          <p:spPr>
            <a:xfrm>
              <a:off x="2280530" y="2656057"/>
              <a:ext cx="4538321" cy="0"/>
            </a:xfrm>
            <a:prstGeom prst="line">
              <a:avLst/>
            </a:prstGeom>
            <a:noFill/>
            <a:ln w="12700" cap="flat">
              <a:solidFill>
                <a:srgbClr val="002060"/>
              </a:solidFill>
              <a:prstDash val="solid"/>
              <a:miter lim="400000"/>
            </a:ln>
            <a:effectLst/>
            <a:sp3d/>
          </p:spPr>
          <p:style>
            <a:lnRef idx="0">
              <a:scrgbClr r="0" g="0" b="0"/>
            </a:lnRef>
            <a:fillRef idx="0">
              <a:scrgbClr r="0" g="0" b="0"/>
            </a:fillRef>
            <a:effectRef idx="0">
              <a:scrgbClr r="0" g="0" b="0"/>
            </a:effectRef>
            <a:fontRef idx="none"/>
          </p:style>
        </p:cxnSp>
      </p:grpSp>
      <p:grpSp>
        <p:nvGrpSpPr>
          <p:cNvPr id="2" name="Group 1">
            <a:extLst>
              <a:ext uri="{FF2B5EF4-FFF2-40B4-BE49-F238E27FC236}">
                <a16:creationId xmlns:a16="http://schemas.microsoft.com/office/drawing/2014/main" id="{00B3F2C7-DE67-639D-506F-5F789B5C5F95}"/>
              </a:ext>
            </a:extLst>
          </p:cNvPr>
          <p:cNvGrpSpPr/>
          <p:nvPr/>
        </p:nvGrpSpPr>
        <p:grpSpPr>
          <a:xfrm>
            <a:off x="2322015" y="8173554"/>
            <a:ext cx="4540216" cy="1599290"/>
            <a:chOff x="2322015" y="7132154"/>
            <a:chExt cx="4540216" cy="1599290"/>
          </a:xfrm>
        </p:grpSpPr>
        <p:grpSp>
          <p:nvGrpSpPr>
            <p:cNvPr id="442" name="Group 441">
              <a:extLst>
                <a:ext uri="{FF2B5EF4-FFF2-40B4-BE49-F238E27FC236}">
                  <a16:creationId xmlns:a16="http://schemas.microsoft.com/office/drawing/2014/main" id="{2F6BE3E1-2D08-CFBD-71C0-60F89E6534E6}"/>
                </a:ext>
              </a:extLst>
            </p:cNvPr>
            <p:cNvGrpSpPr/>
            <p:nvPr/>
          </p:nvGrpSpPr>
          <p:grpSpPr>
            <a:xfrm>
              <a:off x="2372835" y="7132154"/>
              <a:ext cx="4334886" cy="1599290"/>
              <a:chOff x="2214491" y="3891832"/>
              <a:chExt cx="4409140" cy="1599290"/>
            </a:xfrm>
          </p:grpSpPr>
          <p:grpSp>
            <p:nvGrpSpPr>
              <p:cNvPr id="440" name="Group 439">
                <a:extLst>
                  <a:ext uri="{FF2B5EF4-FFF2-40B4-BE49-F238E27FC236}">
                    <a16:creationId xmlns:a16="http://schemas.microsoft.com/office/drawing/2014/main" id="{B3E07FBF-D0DB-7B9D-2C6F-FB31F198B240}"/>
                  </a:ext>
                </a:extLst>
              </p:cNvPr>
              <p:cNvGrpSpPr/>
              <p:nvPr/>
            </p:nvGrpSpPr>
            <p:grpSpPr>
              <a:xfrm>
                <a:off x="2233702" y="4305977"/>
                <a:ext cx="4389929" cy="1185145"/>
                <a:chOff x="2233702" y="4305977"/>
                <a:chExt cx="4389929" cy="1185145"/>
              </a:xfrm>
            </p:grpSpPr>
            <p:sp>
              <p:nvSpPr>
                <p:cNvPr id="15" name="Company Name - City, Country   Ut enim ad minim veniam, quis nostrud exerc. Irure dolor in reprehend incididunt ut labore et dolore magna aliqua. Ut enim ad minim veniam, quis nostrud exercitation ullamco laboris nisi ut aliquip ex ea commodo consequat.…">
                  <a:extLst>
                    <a:ext uri="{FF2B5EF4-FFF2-40B4-BE49-F238E27FC236}">
                      <a16:creationId xmlns:a16="http://schemas.microsoft.com/office/drawing/2014/main" id="{2B20051D-6237-4B5B-8F7E-7DA578987B4E}"/>
                    </a:ext>
                  </a:extLst>
                </p:cNvPr>
                <p:cNvSpPr txBox="1"/>
                <p:nvPr/>
              </p:nvSpPr>
              <p:spPr>
                <a:xfrm>
                  <a:off x="2233703" y="4305977"/>
                  <a:ext cx="2327426" cy="369090"/>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0360" tIns="30360" rIns="30360" bIns="30360">
                  <a:spAutoFit/>
                </a:bodyPr>
                <a:lstStyle/>
                <a:p>
                  <a:pPr marL="171450" indent="-171450" algn="l">
                    <a:buFont typeface="Wingdings" panose="05000000000000000000" pitchFamily="2" charset="2"/>
                    <a:buChar char="Ø"/>
                  </a:pPr>
                  <a:r>
                    <a:rPr lang="en-US" sz="1000" b="1" cap="all" noProof="1">
                      <a:solidFill>
                        <a:srgbClr val="002060"/>
                      </a:solidFill>
                      <a:latin typeface="Georgia" panose="02040502050405020303" pitchFamily="18" charset="0"/>
                      <a:ea typeface="Cambria" panose="02040503050406030204" pitchFamily="18" charset="0"/>
                    </a:rPr>
                    <a:t>Cognizant Technology Solutions, India Pvt. Ltd.</a:t>
                  </a:r>
                  <a:endParaRPr lang="en-US" sz="1000" b="0" i="0" dirty="0">
                    <a:solidFill>
                      <a:srgbClr val="002060"/>
                    </a:solidFill>
                    <a:effectLst/>
                    <a:latin typeface="Georgia" panose="02040502050405020303" pitchFamily="18" charset="0"/>
                  </a:endParaRPr>
                </a:p>
              </p:txBody>
            </p:sp>
            <p:sp>
              <p:nvSpPr>
                <p:cNvPr id="16" name="Job Title…">
                  <a:extLst>
                    <a:ext uri="{FF2B5EF4-FFF2-40B4-BE49-F238E27FC236}">
                      <a16:creationId xmlns:a16="http://schemas.microsoft.com/office/drawing/2014/main" id="{04235B24-D812-49B2-9BDC-426DB2289951}"/>
                    </a:ext>
                  </a:extLst>
                </p:cNvPr>
                <p:cNvSpPr txBox="1"/>
                <p:nvPr/>
              </p:nvSpPr>
              <p:spPr>
                <a:xfrm>
                  <a:off x="4974826" y="4305977"/>
                  <a:ext cx="1510216" cy="215201"/>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0360" tIns="30360" rIns="30360" bIns="30360" anchor="ctr">
                  <a:spAutoFit/>
                </a:bodyPr>
                <a:lstStyle/>
                <a:p>
                  <a:pPr>
                    <a:defRPr sz="1100" cap="all">
                      <a:solidFill>
                        <a:schemeClr val="accent2">
                          <a:hueOff val="167855"/>
                          <a:satOff val="17755"/>
                          <a:lumOff val="-16671"/>
                        </a:schemeClr>
                      </a:solidFill>
                      <a:latin typeface="Calibri"/>
                      <a:ea typeface="Calibri"/>
                      <a:cs typeface="Calibri"/>
                      <a:sym typeface="Calibri"/>
                    </a:defRPr>
                  </a:pPr>
                  <a:r>
                    <a:rPr lang="en-US" sz="1000" dirty="0">
                      <a:solidFill>
                        <a:srgbClr val="002060"/>
                      </a:solidFill>
                      <a:latin typeface="Georgia" panose="02040502050405020303" pitchFamily="18" charset="0"/>
                      <a:ea typeface="Cambria" panose="02040503050406030204" pitchFamily="18" charset="0"/>
                    </a:rPr>
                    <a:t>Senior associate</a:t>
                  </a:r>
                </a:p>
              </p:txBody>
            </p:sp>
            <p:sp>
              <p:nvSpPr>
                <p:cNvPr id="17" name="Company Name - City, Country   Ut enim ad minim veniam, quis nostrud exerc. Irure dolor in reprehend incididunt ut labore et dolore magna aliqua. Ut enim ad minim veniam, quis nostrud exercitation ullamco laboris nisi ut aliquip ex ea commodo consequat.…">
                  <a:extLst>
                    <a:ext uri="{FF2B5EF4-FFF2-40B4-BE49-F238E27FC236}">
                      <a16:creationId xmlns:a16="http://schemas.microsoft.com/office/drawing/2014/main" id="{D5B88E8E-E538-4942-87FE-52C135E76C43}"/>
                    </a:ext>
                  </a:extLst>
                </p:cNvPr>
                <p:cNvSpPr txBox="1"/>
                <p:nvPr/>
              </p:nvSpPr>
              <p:spPr>
                <a:xfrm>
                  <a:off x="2233702" y="4696083"/>
                  <a:ext cx="2849532" cy="215201"/>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0360" tIns="30360" rIns="30360" bIns="30360">
                  <a:spAutoFit/>
                </a:bodyPr>
                <a:lstStyle/>
                <a:p>
                  <a:pPr marL="171450" indent="-171450" algn="l">
                    <a:buFont typeface="Wingdings" panose="05000000000000000000" pitchFamily="2" charset="2"/>
                    <a:buChar char="Ø"/>
                    <a:defRPr sz="1000" b="0">
                      <a:latin typeface="Calibri"/>
                      <a:ea typeface="Calibri"/>
                      <a:cs typeface="Calibri"/>
                      <a:sym typeface="Calibri"/>
                    </a:defRPr>
                  </a:pPr>
                  <a:r>
                    <a:rPr lang="en-US" sz="1000" b="1" cap="all" noProof="1">
                      <a:solidFill>
                        <a:srgbClr val="002060"/>
                      </a:solidFill>
                      <a:latin typeface="Georgia" panose="02040502050405020303" pitchFamily="18" charset="0"/>
                      <a:ea typeface="Cambria" panose="02040503050406030204" pitchFamily="18" charset="0"/>
                    </a:rPr>
                    <a:t>ATOS INDIA PVT. LTd.</a:t>
                  </a:r>
                  <a:endParaRPr lang="en-US" sz="1000" noProof="1">
                    <a:solidFill>
                      <a:srgbClr val="002060"/>
                    </a:solidFill>
                    <a:latin typeface="Georgia" panose="02040502050405020303" pitchFamily="18" charset="0"/>
                    <a:ea typeface="Cambria" panose="02040503050406030204" pitchFamily="18" charset="0"/>
                  </a:endParaRPr>
                </a:p>
              </p:txBody>
            </p:sp>
            <p:sp>
              <p:nvSpPr>
                <p:cNvPr id="18" name="Job Title…">
                  <a:extLst>
                    <a:ext uri="{FF2B5EF4-FFF2-40B4-BE49-F238E27FC236}">
                      <a16:creationId xmlns:a16="http://schemas.microsoft.com/office/drawing/2014/main" id="{F2D29713-65FB-47FE-8B4D-F561D2F97753}"/>
                    </a:ext>
                  </a:extLst>
                </p:cNvPr>
                <p:cNvSpPr txBox="1"/>
                <p:nvPr/>
              </p:nvSpPr>
              <p:spPr>
                <a:xfrm>
                  <a:off x="4974826" y="4696083"/>
                  <a:ext cx="1624346" cy="215201"/>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0360" tIns="30360" rIns="30360" bIns="30360" anchor="ctr">
                  <a:spAutoFit/>
                </a:bodyPr>
                <a:lstStyle/>
                <a:p>
                  <a:pPr>
                    <a:defRPr sz="1100" cap="all">
                      <a:solidFill>
                        <a:schemeClr val="accent2">
                          <a:hueOff val="167855"/>
                          <a:satOff val="17755"/>
                          <a:lumOff val="-16671"/>
                        </a:schemeClr>
                      </a:solidFill>
                      <a:latin typeface="Calibri"/>
                      <a:ea typeface="Calibri"/>
                      <a:cs typeface="Calibri"/>
                      <a:sym typeface="Calibri"/>
                    </a:defRPr>
                  </a:pPr>
                  <a:r>
                    <a:rPr lang="en-US" sz="1000" dirty="0">
                      <a:solidFill>
                        <a:srgbClr val="002060"/>
                      </a:solidFill>
                      <a:latin typeface="Georgia" panose="02040502050405020303" pitchFamily="18" charset="0"/>
                      <a:ea typeface="Cambria" panose="02040503050406030204" pitchFamily="18" charset="0"/>
                    </a:rPr>
                    <a:t>Test analyst</a:t>
                  </a:r>
                </a:p>
              </p:txBody>
            </p:sp>
            <p:sp>
              <p:nvSpPr>
                <p:cNvPr id="424" name="Company Name - City, Country   Ut enim ad minim veniam, quis nostrud exerc. Irure dolor in reprehend incididunt ut labore et dolore magna aliqua. Ut enim ad minim veniam, quis nostrud exercitation ullamco laboris nisi ut aliquip ex ea commodo consequat.…">
                  <a:extLst>
                    <a:ext uri="{FF2B5EF4-FFF2-40B4-BE49-F238E27FC236}">
                      <a16:creationId xmlns:a16="http://schemas.microsoft.com/office/drawing/2014/main" id="{606CC76A-F5B9-53B5-8C0B-9DDD34463174}"/>
                    </a:ext>
                  </a:extLst>
                </p:cNvPr>
                <p:cNvSpPr txBox="1"/>
                <p:nvPr/>
              </p:nvSpPr>
              <p:spPr>
                <a:xfrm>
                  <a:off x="2233703" y="4968144"/>
                  <a:ext cx="2630989" cy="522978"/>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0360" tIns="30360" rIns="30360" bIns="30360">
                  <a:spAutoFit/>
                </a:bodyPr>
                <a:lstStyle/>
                <a:p>
                  <a:pPr marL="171450" indent="-171450" algn="l">
                    <a:buFont typeface="Wingdings" panose="05000000000000000000" pitchFamily="2" charset="2"/>
                    <a:buChar char="Ø"/>
                    <a:defRPr sz="1000" b="0">
                      <a:latin typeface="Calibri"/>
                      <a:ea typeface="Calibri"/>
                      <a:cs typeface="Calibri"/>
                      <a:sym typeface="Calibri"/>
                    </a:defRPr>
                  </a:pPr>
                  <a:r>
                    <a:rPr lang="en-US" sz="1000" b="1" cap="all" noProof="1">
                      <a:solidFill>
                        <a:srgbClr val="002060"/>
                      </a:solidFill>
                      <a:latin typeface="Georgia" panose="02040502050405020303" pitchFamily="18" charset="0"/>
                      <a:ea typeface="Cambria" panose="02040503050406030204" pitchFamily="18" charset="0"/>
                    </a:rPr>
                    <a:t>Virstra i-technology services ltd. (IBU of Nucleus Software Exports ltd.)</a:t>
                  </a:r>
                  <a:endParaRPr lang="en-US" sz="1000" noProof="1">
                    <a:solidFill>
                      <a:srgbClr val="002060"/>
                    </a:solidFill>
                    <a:latin typeface="Georgia" panose="02040502050405020303" pitchFamily="18" charset="0"/>
                    <a:ea typeface="Cambria" panose="02040503050406030204" pitchFamily="18" charset="0"/>
                  </a:endParaRPr>
                </a:p>
              </p:txBody>
            </p:sp>
            <p:sp>
              <p:nvSpPr>
                <p:cNvPr id="425" name="Job Title…">
                  <a:extLst>
                    <a:ext uri="{FF2B5EF4-FFF2-40B4-BE49-F238E27FC236}">
                      <a16:creationId xmlns:a16="http://schemas.microsoft.com/office/drawing/2014/main" id="{867352F7-083A-C1A5-4918-DBB79EBD25F2}"/>
                    </a:ext>
                  </a:extLst>
                </p:cNvPr>
                <p:cNvSpPr txBox="1"/>
                <p:nvPr/>
              </p:nvSpPr>
              <p:spPr>
                <a:xfrm>
                  <a:off x="4974826" y="4968144"/>
                  <a:ext cx="1648805" cy="215201"/>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0360" tIns="30360" rIns="30360" bIns="30360" anchor="ctr">
                  <a:spAutoFit/>
                </a:bodyPr>
                <a:lstStyle/>
                <a:p>
                  <a:pPr>
                    <a:defRPr sz="1100" cap="all">
                      <a:solidFill>
                        <a:schemeClr val="accent2">
                          <a:hueOff val="167855"/>
                          <a:satOff val="17755"/>
                          <a:lumOff val="-16671"/>
                        </a:schemeClr>
                      </a:solidFill>
                      <a:latin typeface="Calibri"/>
                      <a:ea typeface="Calibri"/>
                      <a:cs typeface="Calibri"/>
                      <a:sym typeface="Calibri"/>
                    </a:defRPr>
                  </a:pPr>
                  <a:r>
                    <a:rPr lang="en-US" sz="1000" dirty="0">
                      <a:solidFill>
                        <a:srgbClr val="002060"/>
                      </a:solidFill>
                      <a:latin typeface="Georgia" panose="02040502050405020303" pitchFamily="18" charset="0"/>
                      <a:ea typeface="Cambria" panose="02040503050406030204" pitchFamily="18" charset="0"/>
                    </a:rPr>
                    <a:t>Test engineer</a:t>
                  </a:r>
                </a:p>
              </p:txBody>
            </p:sp>
          </p:grpSp>
          <p:sp>
            <p:nvSpPr>
              <p:cNvPr id="438" name="SUMMARY">
                <a:extLst>
                  <a:ext uri="{FF2B5EF4-FFF2-40B4-BE49-F238E27FC236}">
                    <a16:creationId xmlns:a16="http://schemas.microsoft.com/office/drawing/2014/main" id="{6142F90B-34B0-811B-BAF4-8083B526EB3B}"/>
                  </a:ext>
                </a:extLst>
              </p:cNvPr>
              <p:cNvSpPr txBox="1"/>
              <p:nvPr/>
            </p:nvSpPr>
            <p:spPr>
              <a:xfrm>
                <a:off x="2214491" y="3891832"/>
                <a:ext cx="2965723" cy="307534"/>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0360" tIns="30360" rIns="30360" bIns="30360" anchor="ctr">
                <a:spAutoFit/>
              </a:bodyPr>
              <a:lstStyle>
                <a:lvl1pPr algn="l">
                  <a:defRPr sz="1700">
                    <a:latin typeface="Calibri"/>
                    <a:ea typeface="Calibri"/>
                    <a:cs typeface="Calibri"/>
                    <a:sym typeface="Calibri"/>
                  </a:defRPr>
                </a:lvl1pPr>
              </a:lstStyle>
              <a:p>
                <a:r>
                  <a:rPr lang="en-US" sz="1600" b="1" dirty="0">
                    <a:solidFill>
                      <a:srgbClr val="002060"/>
                    </a:solidFill>
                    <a:latin typeface="Georgia" panose="02040502050405020303" pitchFamily="18" charset="0"/>
                    <a:ea typeface="Cambria" panose="02040503050406030204" pitchFamily="18" charset="0"/>
                  </a:rPr>
                  <a:t>Work Experience</a:t>
                </a:r>
              </a:p>
            </p:txBody>
          </p:sp>
        </p:grpSp>
        <p:cxnSp>
          <p:nvCxnSpPr>
            <p:cNvPr id="710" name="Straight Connector 709">
              <a:extLst>
                <a:ext uri="{FF2B5EF4-FFF2-40B4-BE49-F238E27FC236}">
                  <a16:creationId xmlns:a16="http://schemas.microsoft.com/office/drawing/2014/main" id="{E1CAF94A-8298-DFBA-1958-48E69E9E8CA3}"/>
                </a:ext>
              </a:extLst>
            </p:cNvPr>
            <p:cNvCxnSpPr>
              <a:cxnSpLocks/>
            </p:cNvCxnSpPr>
            <p:nvPr/>
          </p:nvCxnSpPr>
          <p:spPr>
            <a:xfrm>
              <a:off x="2322015" y="7489218"/>
              <a:ext cx="4540216" cy="0"/>
            </a:xfrm>
            <a:prstGeom prst="line">
              <a:avLst/>
            </a:prstGeom>
            <a:noFill/>
            <a:ln w="12700" cap="flat">
              <a:solidFill>
                <a:srgbClr val="002060"/>
              </a:solidFill>
              <a:prstDash val="solid"/>
              <a:miter lim="400000"/>
            </a:ln>
            <a:effectLst/>
            <a:sp3d/>
          </p:spPr>
          <p:style>
            <a:lnRef idx="0">
              <a:scrgbClr r="0" g="0" b="0"/>
            </a:lnRef>
            <a:fillRef idx="0">
              <a:scrgbClr r="0" g="0" b="0"/>
            </a:fillRef>
            <a:effectRef idx="0">
              <a:scrgbClr r="0" g="0" b="0"/>
            </a:effectRef>
            <a:fontRef idx="none"/>
          </p:style>
        </p:cxnSp>
      </p:grpSp>
      <p:sp>
        <p:nvSpPr>
          <p:cNvPr id="22" name="Ut enim ad minim veniam, quis nostrud exerc. Irure dolor in reprehend incididunt ut labore et dolore magna aliqua. Ut enim ad minim veniam, quis nostrud exercitation ullamco laboris nisi ut aliquip ex ea commodo consequat.">
            <a:extLst>
              <a:ext uri="{FF2B5EF4-FFF2-40B4-BE49-F238E27FC236}">
                <a16:creationId xmlns:a16="http://schemas.microsoft.com/office/drawing/2014/main" id="{B4A477BD-8976-CC03-7CF4-9F3B59C85842}"/>
              </a:ext>
            </a:extLst>
          </p:cNvPr>
          <p:cNvSpPr txBox="1"/>
          <p:nvPr/>
        </p:nvSpPr>
        <p:spPr>
          <a:xfrm>
            <a:off x="2300870" y="400399"/>
            <a:ext cx="4557130" cy="3292967"/>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0360" tIns="30360" rIns="30360" bIns="30360" anchor="ctr">
            <a:spAutoFit/>
          </a:bodyPr>
          <a:lstStyle>
            <a:lvl1pPr algn="l">
              <a:defRPr sz="1100" b="0">
                <a:solidFill>
                  <a:srgbClr val="5E5E5E"/>
                </a:solidFill>
                <a:latin typeface="Calibri"/>
                <a:ea typeface="Calibri"/>
                <a:cs typeface="Calibri"/>
                <a:sym typeface="Calibri"/>
              </a:defRPr>
            </a:lvl1pPr>
          </a:lstStyle>
          <a:p>
            <a:pPr marL="171450" indent="-171450">
              <a:buFont typeface="Wingdings" panose="05000000000000000000" pitchFamily="2" charset="2"/>
              <a:buChar char="Ø"/>
            </a:pPr>
            <a:r>
              <a:rPr lang="en-US" sz="1000" dirty="0">
                <a:solidFill>
                  <a:srgbClr val="002060"/>
                </a:solidFill>
                <a:latin typeface="Daytona" panose="020B0604030500040204" pitchFamily="34" charset="0"/>
              </a:rPr>
              <a:t>18 years of experience in Software Testing &amp; Quality Assurance using Agile methodology.</a:t>
            </a:r>
          </a:p>
          <a:p>
            <a:pPr marL="171450" indent="-171450">
              <a:buFont typeface="Wingdings" panose="05000000000000000000" pitchFamily="2" charset="2"/>
              <a:buChar char="Ø"/>
            </a:pPr>
            <a:r>
              <a:rPr lang="en-US" sz="1000" dirty="0">
                <a:solidFill>
                  <a:srgbClr val="002060"/>
                </a:solidFill>
                <a:latin typeface="Daytona" panose="020B0604030500040204" pitchFamily="34" charset="0"/>
              </a:rPr>
              <a:t>Core expertise in Functional Testing at Integration, System, and User Acceptance Testing (UAT) levels to validate product/software functionality based on SRS, FRS &amp; BRD. </a:t>
            </a:r>
          </a:p>
          <a:p>
            <a:pPr marL="171450" indent="-171450">
              <a:buFont typeface="Wingdings" panose="05000000000000000000" pitchFamily="2" charset="2"/>
              <a:buChar char="Ø"/>
            </a:pPr>
            <a:r>
              <a:rPr lang="en-US" sz="1000" dirty="0">
                <a:solidFill>
                  <a:srgbClr val="002060"/>
                </a:solidFill>
                <a:latin typeface="Daytona" panose="020B0604030500040204" pitchFamily="34" charset="0"/>
              </a:rPr>
              <a:t>Core expertise in gathering requirements, creating test plans, test estimations, developing test strategies, scheduling, resource planning, writing/review test scenarios and cases, maintaining a traceability matrix, preparing/maintaining test data, and producing testing progress and completion reports.</a:t>
            </a:r>
          </a:p>
          <a:p>
            <a:pPr marL="171450" indent="-171450">
              <a:buFont typeface="Wingdings" panose="05000000000000000000" pitchFamily="2" charset="2"/>
              <a:buChar char="Ø"/>
            </a:pPr>
            <a:r>
              <a:rPr lang="en-US" sz="1000" dirty="0">
                <a:solidFill>
                  <a:srgbClr val="002060"/>
                </a:solidFill>
                <a:latin typeface="Daytona" panose="020B0604030500040204" pitchFamily="34" charset="0"/>
              </a:rPr>
              <a:t>Expertise and experience in Defect &amp; Incident Management with a decentralized, geographically distributed team of business users and project staff.</a:t>
            </a:r>
          </a:p>
          <a:p>
            <a:pPr marL="171450" indent="-171450">
              <a:buFont typeface="Wingdings" panose="05000000000000000000" pitchFamily="2" charset="2"/>
              <a:buChar char="Ø"/>
            </a:pPr>
            <a:r>
              <a:rPr lang="en-US" sz="1000" dirty="0">
                <a:solidFill>
                  <a:srgbClr val="002060"/>
                </a:solidFill>
                <a:latin typeface="Daytona" panose="020B0604030500040204" pitchFamily="34" charset="0"/>
              </a:rPr>
              <a:t>Experience in risk management, client communication, stakeholder liaising, and managing resource productivity</a:t>
            </a:r>
            <a:endParaRPr lang="en-US" sz="1000" b="0" i="0" dirty="0">
              <a:solidFill>
                <a:srgbClr val="002060"/>
              </a:solidFill>
              <a:effectLst/>
              <a:latin typeface="Daytona" panose="020B0604030500040204" pitchFamily="34" charset="0"/>
            </a:endParaRPr>
          </a:p>
          <a:p>
            <a:pPr marL="171450" indent="-171450">
              <a:buFont typeface="Wingdings" panose="05000000000000000000" pitchFamily="2" charset="2"/>
              <a:buChar char="Ø"/>
            </a:pPr>
            <a:r>
              <a:rPr lang="en-US" sz="1000" dirty="0">
                <a:solidFill>
                  <a:srgbClr val="002060"/>
                </a:solidFill>
                <a:latin typeface="Daytona" panose="020B0604030500040204" pitchFamily="34" charset="0"/>
              </a:rPr>
              <a:t>Active member of Quality Assurance </a:t>
            </a:r>
            <a:r>
              <a:rPr lang="en-US" sz="1000" dirty="0" err="1">
                <a:solidFill>
                  <a:srgbClr val="002060"/>
                </a:solidFill>
                <a:latin typeface="Daytona" panose="020B0604030500040204" pitchFamily="34" charset="0"/>
              </a:rPr>
              <a:t>CoE</a:t>
            </a:r>
            <a:r>
              <a:rPr lang="en-US" sz="1000" dirty="0">
                <a:solidFill>
                  <a:srgbClr val="002060"/>
                </a:solidFill>
                <a:latin typeface="Daytona" panose="020B0604030500040204" pitchFamily="34" charset="0"/>
              </a:rPr>
              <a:t> team focused on developing, standardizing, and promoting testing best practices, methodologies, and tools within team/organization; e.g. Root Cause Analysis.</a:t>
            </a:r>
          </a:p>
          <a:p>
            <a:pPr marL="171450" indent="-171450">
              <a:buFont typeface="Wingdings" panose="05000000000000000000" pitchFamily="2" charset="2"/>
              <a:buChar char="Ø"/>
            </a:pPr>
            <a:r>
              <a:rPr lang="en-US" sz="1000" dirty="0">
                <a:solidFill>
                  <a:srgbClr val="002060"/>
                </a:solidFill>
                <a:latin typeface="Daytona" panose="020B0604030500040204" pitchFamily="34" charset="0"/>
              </a:rPr>
              <a:t>Compliance-focused reviews of CD/FDD/TDS documents prior to CAPQ for releases for Integrated Regulatory Compliance &amp; Assurance Services in Life Science </a:t>
            </a:r>
            <a:r>
              <a:rPr lang="en-US" sz="1000">
                <a:solidFill>
                  <a:srgbClr val="002060"/>
                </a:solidFill>
                <a:latin typeface="Daytona" panose="020B0604030500040204" pitchFamily="34" charset="0"/>
              </a:rPr>
              <a:t>industry. </a:t>
            </a:r>
            <a:endParaRPr lang="en-US" sz="1000" dirty="0">
              <a:solidFill>
                <a:srgbClr val="002060"/>
              </a:solidFill>
              <a:latin typeface="Daytona" panose="020B0604030500040204" pitchFamily="34" charset="0"/>
            </a:endParaRPr>
          </a:p>
        </p:txBody>
      </p:sp>
      <p:sp>
        <p:nvSpPr>
          <p:cNvPr id="23" name="SUMMARY">
            <a:extLst>
              <a:ext uri="{FF2B5EF4-FFF2-40B4-BE49-F238E27FC236}">
                <a16:creationId xmlns:a16="http://schemas.microsoft.com/office/drawing/2014/main" id="{9FA26E52-2B94-55A8-5200-CF0694FC8A44}"/>
              </a:ext>
            </a:extLst>
          </p:cNvPr>
          <p:cNvSpPr txBox="1"/>
          <p:nvPr/>
        </p:nvSpPr>
        <p:spPr>
          <a:xfrm>
            <a:off x="2328151" y="4036394"/>
            <a:ext cx="4546536" cy="4062408"/>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0360" tIns="30360" rIns="30360" bIns="30360" anchor="ctr">
            <a:spAutoFit/>
          </a:bodyPr>
          <a:lstStyle>
            <a:lvl1pPr algn="l">
              <a:defRPr sz="1700">
                <a:latin typeface="Calibri"/>
                <a:ea typeface="Calibri"/>
                <a:cs typeface="Calibri"/>
                <a:sym typeface="Calibri"/>
              </a:defRPr>
            </a:lvl1pPr>
          </a:lstStyle>
          <a:p>
            <a:pPr marL="171450" indent="-171450">
              <a:buFont typeface="Wingdings" panose="05000000000000000000" pitchFamily="2" charset="2"/>
              <a:buChar char="§"/>
            </a:pPr>
            <a:r>
              <a:rPr lang="en-US" sz="1000" b="1" dirty="0">
                <a:solidFill>
                  <a:srgbClr val="002060"/>
                </a:solidFill>
                <a:latin typeface="Daytona" panose="020B0604030500040204" pitchFamily="34" charset="0"/>
              </a:rPr>
              <a:t>Merck KGaA, Germany </a:t>
            </a:r>
            <a:r>
              <a:rPr lang="en-US" sz="1000" b="1" dirty="0">
                <a:solidFill>
                  <a:srgbClr val="00B0F0"/>
                </a:solidFill>
                <a:latin typeface="Daytona" panose="020B0604030500040204" pitchFamily="34" charset="0"/>
              </a:rPr>
              <a:t>(Compliance Review, Project Management Support and Coordination)</a:t>
            </a:r>
            <a:r>
              <a:rPr lang="en-US" sz="1000" b="1" dirty="0">
                <a:solidFill>
                  <a:srgbClr val="002060"/>
                </a:solidFill>
                <a:latin typeface="Daytona" panose="020B0604030500040204" pitchFamily="34" charset="0"/>
              </a:rPr>
              <a:t> </a:t>
            </a:r>
            <a:r>
              <a:rPr lang="en-US" sz="1000" dirty="0">
                <a:solidFill>
                  <a:srgbClr val="002060"/>
                </a:solidFill>
                <a:latin typeface="Daytona" panose="020B0604030500040204" pitchFamily="34" charset="0"/>
              </a:rPr>
              <a:t>– Performed compliance-focused reviews of CD/FDD/TDS documents prior to CAPQ for the LRP50 release of LEAN France. Oversaw project monitoring, control, and reporting, ensuring smooth coordination among diverse stakeholders throughout the release cycle.</a:t>
            </a:r>
          </a:p>
          <a:p>
            <a:pPr marL="171450" indent="-171450">
              <a:buFont typeface="Wingdings" panose="05000000000000000000" pitchFamily="2" charset="2"/>
              <a:buChar char="§"/>
            </a:pPr>
            <a:r>
              <a:rPr lang="en-US" sz="1000" b="1" dirty="0">
                <a:solidFill>
                  <a:srgbClr val="002060"/>
                </a:solidFill>
                <a:latin typeface="Daytona" panose="020B0604030500040204" pitchFamily="34" charset="0"/>
              </a:rPr>
              <a:t>Merck KGaA, Germany </a:t>
            </a:r>
            <a:r>
              <a:rPr lang="en-US" sz="1000" b="1" dirty="0">
                <a:solidFill>
                  <a:srgbClr val="00B0F0"/>
                </a:solidFill>
                <a:latin typeface="Daytona" panose="020B0604030500040204" pitchFamily="34" charset="0"/>
              </a:rPr>
              <a:t>(Project Management Support and Coordination)</a:t>
            </a:r>
            <a:r>
              <a:rPr lang="en-US" sz="1000" b="1" dirty="0">
                <a:solidFill>
                  <a:srgbClr val="002060"/>
                </a:solidFill>
                <a:latin typeface="Daytona" panose="020B0604030500040204" pitchFamily="34" charset="0"/>
              </a:rPr>
              <a:t> </a:t>
            </a:r>
            <a:r>
              <a:rPr lang="en-US" sz="1000" dirty="0">
                <a:solidFill>
                  <a:srgbClr val="002060"/>
                </a:solidFill>
                <a:latin typeface="Daytona" panose="020B0604030500040204" pitchFamily="34" charset="0"/>
              </a:rPr>
              <a:t>– Content Management Systems based on Adobe Experience Manager (AEM) that involved migration from old code base to new code base for 210+ websites.</a:t>
            </a:r>
          </a:p>
          <a:p>
            <a:pPr marL="171450" indent="-171450">
              <a:buFont typeface="Wingdings" panose="05000000000000000000" pitchFamily="2" charset="2"/>
              <a:buChar char="§"/>
            </a:pPr>
            <a:r>
              <a:rPr lang="en-US" sz="1000" b="1" dirty="0">
                <a:solidFill>
                  <a:srgbClr val="002060"/>
                </a:solidFill>
                <a:latin typeface="Daytona" panose="020B0604030500040204" pitchFamily="34" charset="0"/>
              </a:rPr>
              <a:t>Novo Nordisk Inc. USA </a:t>
            </a:r>
            <a:r>
              <a:rPr lang="en-US" sz="1000" b="1" dirty="0">
                <a:solidFill>
                  <a:srgbClr val="00B0F0"/>
                </a:solidFill>
                <a:latin typeface="Daytona" panose="020B0604030500040204" pitchFamily="34" charset="0"/>
              </a:rPr>
              <a:t>(Test Lead) </a:t>
            </a:r>
            <a:r>
              <a:rPr lang="en-US" sz="1000" dirty="0">
                <a:solidFill>
                  <a:srgbClr val="002060"/>
                </a:solidFill>
                <a:latin typeface="Daytona" panose="020B0604030500040204" pitchFamily="34" charset="0"/>
              </a:rPr>
              <a:t>– Migration of AEM On-Prem to Cloud via Adobe AEM as Cloud Service. Handled a team of 18+ QA members involved in testing for AEM customized and OTS component used by developers and marketers to organize and distribute content across digital channels.</a:t>
            </a:r>
            <a:endParaRPr lang="en-US" sz="1000" dirty="0">
              <a:solidFill>
                <a:srgbClr val="002060"/>
              </a:solidFill>
              <a:latin typeface="Daytona" panose="020B0604030500040204" pitchFamily="34" charset="0"/>
              <a:ea typeface="Cambria" panose="02040503050406030204" pitchFamily="18" charset="0"/>
            </a:endParaRPr>
          </a:p>
          <a:p>
            <a:pPr marL="171450" indent="-171450">
              <a:buFont typeface="Wingdings" panose="05000000000000000000" pitchFamily="2" charset="2"/>
              <a:buChar char="§"/>
            </a:pPr>
            <a:r>
              <a:rPr lang="en-US" sz="1000" b="1" dirty="0">
                <a:solidFill>
                  <a:srgbClr val="002060"/>
                </a:solidFill>
                <a:latin typeface="Daytona" panose="020B0604030500040204" pitchFamily="34" charset="0"/>
              </a:rPr>
              <a:t>Boehringer Ingelheim, Germany </a:t>
            </a:r>
            <a:r>
              <a:rPr lang="en-US" sz="1000" b="1" dirty="0">
                <a:solidFill>
                  <a:srgbClr val="00B0F0"/>
                </a:solidFill>
                <a:latin typeface="Daytona" panose="020B0604030500040204" pitchFamily="34" charset="0"/>
              </a:rPr>
              <a:t>(Test Lead) </a:t>
            </a:r>
            <a:r>
              <a:rPr lang="en-US" sz="1000" dirty="0">
                <a:solidFill>
                  <a:srgbClr val="002060"/>
                </a:solidFill>
                <a:latin typeface="Daytona" panose="020B0604030500040204" pitchFamily="34" charset="0"/>
              </a:rPr>
              <a:t>– Migration from legacy to Veeva Systems in Data Migration, Interface and Process Config areas with GxP practices of Life Science industry. Handled team of 10+ QA members working in Veeva Vault QMS with below responsibilities in line with GxP practices of Life Science industry.</a:t>
            </a:r>
          </a:p>
          <a:p>
            <a:pPr marL="171450" indent="-171450">
              <a:buFont typeface="Wingdings" panose="05000000000000000000" pitchFamily="2" charset="2"/>
              <a:buChar char="§"/>
            </a:pPr>
            <a:r>
              <a:rPr lang="en-US" sz="1000" b="1" dirty="0">
                <a:solidFill>
                  <a:srgbClr val="002060"/>
                </a:solidFill>
                <a:latin typeface="Daytona" panose="020B0604030500040204" pitchFamily="34" charset="0"/>
              </a:rPr>
              <a:t>Credit Suisse Group AG </a:t>
            </a:r>
            <a:r>
              <a:rPr lang="en-US" sz="1000" b="1" dirty="0">
                <a:solidFill>
                  <a:srgbClr val="00B0F0"/>
                </a:solidFill>
                <a:latin typeface="Daytona" panose="020B0604030500040204" pitchFamily="34" charset="0"/>
              </a:rPr>
              <a:t>(Test Analyst)</a:t>
            </a:r>
            <a:r>
              <a:rPr lang="en-US" sz="1000" b="1" dirty="0">
                <a:solidFill>
                  <a:srgbClr val="002060"/>
                </a:solidFill>
                <a:latin typeface="Daytona" panose="020B0604030500040204" pitchFamily="34" charset="0"/>
              </a:rPr>
              <a:t> - </a:t>
            </a:r>
            <a:r>
              <a:rPr lang="en-US" sz="1000" dirty="0">
                <a:solidFill>
                  <a:srgbClr val="002060"/>
                </a:solidFill>
                <a:latin typeface="Daytona" panose="020B0604030500040204" pitchFamily="34" charset="0"/>
              </a:rPr>
              <a:t>APAC Exchange connectivity team responsible for Order Routing, Exchange Link and Dark Pool (Internal Order Crossing Engine) &amp; Smart Order Routing Systems.</a:t>
            </a:r>
          </a:p>
          <a:p>
            <a:pPr marL="171450" indent="-171450">
              <a:buFont typeface="Wingdings" panose="05000000000000000000" pitchFamily="2" charset="2"/>
              <a:buChar char="§"/>
            </a:pPr>
            <a:r>
              <a:rPr lang="en-US" sz="1000" b="1" dirty="0">
                <a:solidFill>
                  <a:srgbClr val="002060"/>
                </a:solidFill>
                <a:latin typeface="Daytona" panose="020B0604030500040204" pitchFamily="34" charset="0"/>
              </a:rPr>
              <a:t>Barclays Capital Inc. </a:t>
            </a:r>
            <a:r>
              <a:rPr lang="en-US" sz="1000" b="1" dirty="0">
                <a:solidFill>
                  <a:srgbClr val="00B0F0"/>
                </a:solidFill>
                <a:latin typeface="Daytona" panose="020B0604030500040204" pitchFamily="34" charset="0"/>
              </a:rPr>
              <a:t>(Test Analyst) - </a:t>
            </a:r>
            <a:r>
              <a:rPr lang="en-US" sz="1000" dirty="0">
                <a:solidFill>
                  <a:srgbClr val="002060"/>
                </a:solidFill>
                <a:latin typeface="Daytona" panose="020B0604030500040204" pitchFamily="34" charset="0"/>
              </a:rPr>
              <a:t>Securities Lending, Collateral Allocation and Client Asset Utilization team.</a:t>
            </a:r>
          </a:p>
        </p:txBody>
      </p:sp>
      <p:grpSp>
        <p:nvGrpSpPr>
          <p:cNvPr id="8" name="Group 7">
            <a:extLst>
              <a:ext uri="{FF2B5EF4-FFF2-40B4-BE49-F238E27FC236}">
                <a16:creationId xmlns:a16="http://schemas.microsoft.com/office/drawing/2014/main" id="{1536BEB5-B054-582E-8F9E-B5D65A50E26A}"/>
              </a:ext>
            </a:extLst>
          </p:cNvPr>
          <p:cNvGrpSpPr/>
          <p:nvPr/>
        </p:nvGrpSpPr>
        <p:grpSpPr>
          <a:xfrm>
            <a:off x="-53151" y="5393459"/>
            <a:ext cx="2300569" cy="2141805"/>
            <a:chOff x="1324763" y="4953000"/>
            <a:chExt cx="2300569" cy="2141805"/>
          </a:xfrm>
        </p:grpSpPr>
        <p:sp>
          <p:nvSpPr>
            <p:cNvPr id="20" name="Rectangle 19">
              <a:extLst>
                <a:ext uri="{FF2B5EF4-FFF2-40B4-BE49-F238E27FC236}">
                  <a16:creationId xmlns:a16="http://schemas.microsoft.com/office/drawing/2014/main" id="{7591939C-63D1-7ACB-8BE7-27C387D11432}"/>
                </a:ext>
              </a:extLst>
            </p:cNvPr>
            <p:cNvSpPr/>
            <p:nvPr/>
          </p:nvSpPr>
          <p:spPr>
            <a:xfrm>
              <a:off x="1324763" y="4953000"/>
              <a:ext cx="1363926" cy="214180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spAutoFit/>
            </a:bodyPr>
            <a:lstStyle/>
            <a:p>
              <a:pPr>
                <a:lnSpc>
                  <a:spcPct val="150000"/>
                </a:lnSpc>
              </a:pPr>
              <a:r>
                <a:rPr lang="en-US" sz="1000" dirty="0">
                  <a:solidFill>
                    <a:schemeClr val="accent4">
                      <a:lumMod val="60000"/>
                      <a:lumOff val="40000"/>
                    </a:schemeClr>
                  </a:solidFill>
                  <a:latin typeface="Georgia" panose="02040502050405020303" pitchFamily="18" charset="0"/>
                </a:rPr>
                <a:t>Functional Testing</a:t>
              </a:r>
            </a:p>
            <a:p>
              <a:pPr>
                <a:lnSpc>
                  <a:spcPct val="150000"/>
                </a:lnSpc>
              </a:pPr>
              <a:r>
                <a:rPr lang="en-US" sz="1000" dirty="0">
                  <a:solidFill>
                    <a:schemeClr val="accent4">
                      <a:lumMod val="60000"/>
                      <a:lumOff val="40000"/>
                    </a:schemeClr>
                  </a:solidFill>
                  <a:latin typeface="Georgia" panose="02040502050405020303" pitchFamily="18" charset="0"/>
                </a:rPr>
                <a:t>API Testing</a:t>
              </a:r>
            </a:p>
            <a:p>
              <a:pPr>
                <a:lnSpc>
                  <a:spcPct val="150000"/>
                </a:lnSpc>
              </a:pPr>
              <a:r>
                <a:rPr lang="en-US" sz="1000" dirty="0">
                  <a:solidFill>
                    <a:schemeClr val="accent4">
                      <a:lumMod val="60000"/>
                      <a:lumOff val="40000"/>
                    </a:schemeClr>
                  </a:solidFill>
                  <a:latin typeface="Georgia" panose="02040502050405020303" pitchFamily="18" charset="0"/>
                </a:rPr>
                <a:t>Playwright</a:t>
              </a:r>
            </a:p>
            <a:p>
              <a:pPr>
                <a:lnSpc>
                  <a:spcPct val="150000"/>
                </a:lnSpc>
              </a:pPr>
              <a:r>
                <a:rPr lang="en-US" sz="1000" dirty="0">
                  <a:solidFill>
                    <a:schemeClr val="accent4">
                      <a:lumMod val="60000"/>
                      <a:lumOff val="40000"/>
                    </a:schemeClr>
                  </a:solidFill>
                  <a:latin typeface="Georgia" panose="02040502050405020303" pitchFamily="18" charset="0"/>
                </a:rPr>
                <a:t>Agile / SCRUM</a:t>
              </a:r>
            </a:p>
            <a:p>
              <a:pPr>
                <a:lnSpc>
                  <a:spcPct val="150000"/>
                </a:lnSpc>
              </a:pPr>
              <a:r>
                <a:rPr lang="en-US" sz="1000" dirty="0">
                  <a:solidFill>
                    <a:schemeClr val="accent4">
                      <a:lumMod val="60000"/>
                      <a:lumOff val="40000"/>
                    </a:schemeClr>
                  </a:solidFill>
                  <a:latin typeface="Georgia" panose="02040502050405020303" pitchFamily="18" charset="0"/>
                </a:rPr>
                <a:t>JIRA</a:t>
              </a:r>
            </a:p>
            <a:p>
              <a:pPr>
                <a:lnSpc>
                  <a:spcPct val="150000"/>
                </a:lnSpc>
              </a:pPr>
              <a:r>
                <a:rPr lang="en-US" sz="1000" dirty="0">
                  <a:solidFill>
                    <a:schemeClr val="accent4">
                      <a:lumMod val="60000"/>
                      <a:lumOff val="40000"/>
                    </a:schemeClr>
                  </a:solidFill>
                  <a:latin typeface="Georgia" panose="02040502050405020303" pitchFamily="18" charset="0"/>
                </a:rPr>
                <a:t>HP-ALM</a:t>
              </a:r>
            </a:p>
            <a:p>
              <a:pPr>
                <a:lnSpc>
                  <a:spcPct val="150000"/>
                </a:lnSpc>
              </a:pPr>
              <a:r>
                <a:rPr lang="en-US" sz="1000" dirty="0">
                  <a:solidFill>
                    <a:schemeClr val="accent4">
                      <a:lumMod val="60000"/>
                      <a:lumOff val="40000"/>
                    </a:schemeClr>
                  </a:solidFill>
                  <a:latin typeface="Georgia" panose="02040502050405020303" pitchFamily="18" charset="0"/>
                </a:rPr>
                <a:t>Azure DevOps</a:t>
              </a:r>
            </a:p>
            <a:p>
              <a:pPr>
                <a:lnSpc>
                  <a:spcPct val="150000"/>
                </a:lnSpc>
              </a:pPr>
              <a:r>
                <a:rPr lang="en-US" sz="1000" dirty="0">
                  <a:solidFill>
                    <a:schemeClr val="accent4">
                      <a:lumMod val="60000"/>
                      <a:lumOff val="40000"/>
                    </a:schemeClr>
                  </a:solidFill>
                  <a:latin typeface="Georgia" panose="02040502050405020303" pitchFamily="18" charset="0"/>
                </a:rPr>
                <a:t>Adobe Exp. Manager</a:t>
              </a:r>
            </a:p>
            <a:p>
              <a:pPr>
                <a:lnSpc>
                  <a:spcPct val="150000"/>
                </a:lnSpc>
              </a:pPr>
              <a:r>
                <a:rPr lang="en-US" sz="1000" dirty="0">
                  <a:solidFill>
                    <a:schemeClr val="accent4">
                      <a:lumMod val="60000"/>
                      <a:lumOff val="40000"/>
                    </a:schemeClr>
                  </a:solidFill>
                  <a:latin typeface="Georgia" panose="02040502050405020303" pitchFamily="18" charset="0"/>
                </a:rPr>
                <a:t>SQL</a:t>
              </a:r>
            </a:p>
          </p:txBody>
        </p:sp>
        <p:grpSp>
          <p:nvGrpSpPr>
            <p:cNvPr id="21" name="Group 20">
              <a:extLst>
                <a:ext uri="{FF2B5EF4-FFF2-40B4-BE49-F238E27FC236}">
                  <a16:creationId xmlns:a16="http://schemas.microsoft.com/office/drawing/2014/main" id="{B8AC4065-F26A-05B6-01B2-623F2DF519B4}"/>
                </a:ext>
              </a:extLst>
            </p:cNvPr>
            <p:cNvGrpSpPr/>
            <p:nvPr/>
          </p:nvGrpSpPr>
          <p:grpSpPr>
            <a:xfrm>
              <a:off x="2613041" y="5091574"/>
              <a:ext cx="1012291" cy="1912620"/>
              <a:chOff x="2613041" y="5091574"/>
              <a:chExt cx="1012291" cy="1912620"/>
            </a:xfrm>
          </p:grpSpPr>
          <p:sp>
            <p:nvSpPr>
              <p:cNvPr id="24" name="Rectangle 23">
                <a:extLst>
                  <a:ext uri="{FF2B5EF4-FFF2-40B4-BE49-F238E27FC236}">
                    <a16:creationId xmlns:a16="http://schemas.microsoft.com/office/drawing/2014/main" id="{CC167CDA-7BDB-98EF-BDB5-38D8EF985587}"/>
                  </a:ext>
                </a:extLst>
              </p:cNvPr>
              <p:cNvSpPr/>
              <p:nvPr/>
            </p:nvSpPr>
            <p:spPr>
              <a:xfrm>
                <a:off x="2617748" y="5091574"/>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25" name="Rectangle 24">
                <a:extLst>
                  <a:ext uri="{FF2B5EF4-FFF2-40B4-BE49-F238E27FC236}">
                    <a16:creationId xmlns:a16="http://schemas.microsoft.com/office/drawing/2014/main" id="{54D444FF-B7D3-E662-03CA-AF68DA55FEDC}"/>
                  </a:ext>
                </a:extLst>
              </p:cNvPr>
              <p:cNvSpPr/>
              <p:nvPr/>
            </p:nvSpPr>
            <p:spPr>
              <a:xfrm>
                <a:off x="2870175" y="5091574"/>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26" name="Rectangle 25">
                <a:extLst>
                  <a:ext uri="{FF2B5EF4-FFF2-40B4-BE49-F238E27FC236}">
                    <a16:creationId xmlns:a16="http://schemas.microsoft.com/office/drawing/2014/main" id="{A218453B-711F-302E-958B-A4A7F2CB0AE1}"/>
                  </a:ext>
                </a:extLst>
              </p:cNvPr>
              <p:cNvSpPr/>
              <p:nvPr/>
            </p:nvSpPr>
            <p:spPr>
              <a:xfrm>
                <a:off x="3122954" y="5091574"/>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27" name="Rectangle 26">
                <a:extLst>
                  <a:ext uri="{FF2B5EF4-FFF2-40B4-BE49-F238E27FC236}">
                    <a16:creationId xmlns:a16="http://schemas.microsoft.com/office/drawing/2014/main" id="{26A7AE8E-DD9A-4F58-7CF0-5E2BDA388639}"/>
                  </a:ext>
                </a:extLst>
              </p:cNvPr>
              <p:cNvSpPr/>
              <p:nvPr/>
            </p:nvSpPr>
            <p:spPr>
              <a:xfrm>
                <a:off x="3377189" y="5091574"/>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28" name="Rectangle 27">
                <a:extLst>
                  <a:ext uri="{FF2B5EF4-FFF2-40B4-BE49-F238E27FC236}">
                    <a16:creationId xmlns:a16="http://schemas.microsoft.com/office/drawing/2014/main" id="{F8603EB9-E11A-5FC3-4C23-3585EBA3CE89}"/>
                  </a:ext>
                </a:extLst>
              </p:cNvPr>
              <p:cNvSpPr/>
              <p:nvPr/>
            </p:nvSpPr>
            <p:spPr>
              <a:xfrm>
                <a:off x="2613111" y="5532953"/>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29" name="Rectangle 28">
                <a:extLst>
                  <a:ext uri="{FF2B5EF4-FFF2-40B4-BE49-F238E27FC236}">
                    <a16:creationId xmlns:a16="http://schemas.microsoft.com/office/drawing/2014/main" id="{A4B2C005-8025-93B4-6084-FAE215A66DA4}"/>
                  </a:ext>
                </a:extLst>
              </p:cNvPr>
              <p:cNvSpPr/>
              <p:nvPr/>
            </p:nvSpPr>
            <p:spPr>
              <a:xfrm>
                <a:off x="2865538" y="5532953"/>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30" name="Rectangle 29">
                <a:extLst>
                  <a:ext uri="{FF2B5EF4-FFF2-40B4-BE49-F238E27FC236}">
                    <a16:creationId xmlns:a16="http://schemas.microsoft.com/office/drawing/2014/main" id="{8C86BA42-5FBD-0EC1-38E9-1F7404EC66C4}"/>
                  </a:ext>
                </a:extLst>
              </p:cNvPr>
              <p:cNvSpPr/>
              <p:nvPr/>
            </p:nvSpPr>
            <p:spPr>
              <a:xfrm>
                <a:off x="3118317" y="5532953"/>
                <a:ext cx="239898" cy="10416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latin typeface="Daytona" panose="020B0604030500040204" pitchFamily="34" charset="0"/>
                </a:endParaRPr>
              </a:p>
            </p:txBody>
          </p:sp>
          <p:sp>
            <p:nvSpPr>
              <p:cNvPr id="31" name="Rectangle 30">
                <a:extLst>
                  <a:ext uri="{FF2B5EF4-FFF2-40B4-BE49-F238E27FC236}">
                    <a16:creationId xmlns:a16="http://schemas.microsoft.com/office/drawing/2014/main" id="{D9A3EE6B-DDCC-2814-598B-E04E289AF082}"/>
                  </a:ext>
                </a:extLst>
              </p:cNvPr>
              <p:cNvSpPr/>
              <p:nvPr/>
            </p:nvSpPr>
            <p:spPr>
              <a:xfrm>
                <a:off x="3372552" y="5532953"/>
                <a:ext cx="239898" cy="10416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latin typeface="Daytona" panose="020B0604030500040204" pitchFamily="34" charset="0"/>
                </a:endParaRPr>
              </a:p>
            </p:txBody>
          </p:sp>
          <p:sp>
            <p:nvSpPr>
              <p:cNvPr id="32" name="Rectangle 31">
                <a:extLst>
                  <a:ext uri="{FF2B5EF4-FFF2-40B4-BE49-F238E27FC236}">
                    <a16:creationId xmlns:a16="http://schemas.microsoft.com/office/drawing/2014/main" id="{4DCFD83A-3549-FB03-D3F1-4AEFC0C0521D}"/>
                  </a:ext>
                </a:extLst>
              </p:cNvPr>
              <p:cNvSpPr/>
              <p:nvPr/>
            </p:nvSpPr>
            <p:spPr>
              <a:xfrm>
                <a:off x="2613041" y="5749216"/>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33" name="Rectangle 32">
                <a:extLst>
                  <a:ext uri="{FF2B5EF4-FFF2-40B4-BE49-F238E27FC236}">
                    <a16:creationId xmlns:a16="http://schemas.microsoft.com/office/drawing/2014/main" id="{E584D97E-B904-B534-6ABF-4A3F845C5C9D}"/>
                  </a:ext>
                </a:extLst>
              </p:cNvPr>
              <p:cNvSpPr/>
              <p:nvPr/>
            </p:nvSpPr>
            <p:spPr>
              <a:xfrm>
                <a:off x="2865467" y="5749216"/>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34" name="Rectangle 33">
                <a:extLst>
                  <a:ext uri="{FF2B5EF4-FFF2-40B4-BE49-F238E27FC236}">
                    <a16:creationId xmlns:a16="http://schemas.microsoft.com/office/drawing/2014/main" id="{21FE2E9A-D762-95FF-76E7-3FDCEC78A856}"/>
                  </a:ext>
                </a:extLst>
              </p:cNvPr>
              <p:cNvSpPr/>
              <p:nvPr/>
            </p:nvSpPr>
            <p:spPr>
              <a:xfrm>
                <a:off x="3118247" y="5749216"/>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35" name="Rectangle 34">
                <a:extLst>
                  <a:ext uri="{FF2B5EF4-FFF2-40B4-BE49-F238E27FC236}">
                    <a16:creationId xmlns:a16="http://schemas.microsoft.com/office/drawing/2014/main" id="{4A431D4C-1E67-C5F2-F0ED-2E8D1DACB13B}"/>
                  </a:ext>
                </a:extLst>
              </p:cNvPr>
              <p:cNvSpPr/>
              <p:nvPr/>
            </p:nvSpPr>
            <p:spPr>
              <a:xfrm>
                <a:off x="3372482" y="5749216"/>
                <a:ext cx="239898" cy="10416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36" name="Rectangle 35">
                <a:extLst>
                  <a:ext uri="{FF2B5EF4-FFF2-40B4-BE49-F238E27FC236}">
                    <a16:creationId xmlns:a16="http://schemas.microsoft.com/office/drawing/2014/main" id="{EE92803E-6322-F75A-E4A6-5C183A3FD515}"/>
                  </a:ext>
                </a:extLst>
              </p:cNvPr>
              <p:cNvSpPr/>
              <p:nvPr/>
            </p:nvSpPr>
            <p:spPr>
              <a:xfrm>
                <a:off x="2617748" y="5994551"/>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37" name="Rectangle 36">
                <a:extLst>
                  <a:ext uri="{FF2B5EF4-FFF2-40B4-BE49-F238E27FC236}">
                    <a16:creationId xmlns:a16="http://schemas.microsoft.com/office/drawing/2014/main" id="{25787512-4D8F-0E58-6D1A-7A32262A0A8C}"/>
                  </a:ext>
                </a:extLst>
              </p:cNvPr>
              <p:cNvSpPr/>
              <p:nvPr/>
            </p:nvSpPr>
            <p:spPr>
              <a:xfrm>
                <a:off x="2878419" y="5994267"/>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38" name="Rectangle 37">
                <a:extLst>
                  <a:ext uri="{FF2B5EF4-FFF2-40B4-BE49-F238E27FC236}">
                    <a16:creationId xmlns:a16="http://schemas.microsoft.com/office/drawing/2014/main" id="{4858861F-BD7A-8789-1959-4AE34D1DFDAF}"/>
                  </a:ext>
                </a:extLst>
              </p:cNvPr>
              <p:cNvSpPr/>
              <p:nvPr/>
            </p:nvSpPr>
            <p:spPr>
              <a:xfrm>
                <a:off x="3131199" y="5994267"/>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39" name="Rectangle 38">
                <a:extLst>
                  <a:ext uri="{FF2B5EF4-FFF2-40B4-BE49-F238E27FC236}">
                    <a16:creationId xmlns:a16="http://schemas.microsoft.com/office/drawing/2014/main" id="{9EEF1A10-16A1-610D-18F4-A31D5F1234F9}"/>
                  </a:ext>
                </a:extLst>
              </p:cNvPr>
              <p:cNvSpPr/>
              <p:nvPr/>
            </p:nvSpPr>
            <p:spPr>
              <a:xfrm>
                <a:off x="3385434" y="5994267"/>
                <a:ext cx="239898" cy="10416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40" name="Rectangle 39">
                <a:extLst>
                  <a:ext uri="{FF2B5EF4-FFF2-40B4-BE49-F238E27FC236}">
                    <a16:creationId xmlns:a16="http://schemas.microsoft.com/office/drawing/2014/main" id="{D5B778B7-A1F6-CF0A-E422-7ED5D87AE371}"/>
                  </a:ext>
                </a:extLst>
              </p:cNvPr>
              <p:cNvSpPr/>
              <p:nvPr/>
            </p:nvSpPr>
            <p:spPr>
              <a:xfrm>
                <a:off x="2617748" y="6224691"/>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41" name="Rectangle 40">
                <a:extLst>
                  <a:ext uri="{FF2B5EF4-FFF2-40B4-BE49-F238E27FC236}">
                    <a16:creationId xmlns:a16="http://schemas.microsoft.com/office/drawing/2014/main" id="{A931BC62-0AC2-06AD-7137-BE5711318B29}"/>
                  </a:ext>
                </a:extLst>
              </p:cNvPr>
              <p:cNvSpPr/>
              <p:nvPr/>
            </p:nvSpPr>
            <p:spPr>
              <a:xfrm>
                <a:off x="2878419" y="6223176"/>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43" name="Rectangle 42">
                <a:extLst>
                  <a:ext uri="{FF2B5EF4-FFF2-40B4-BE49-F238E27FC236}">
                    <a16:creationId xmlns:a16="http://schemas.microsoft.com/office/drawing/2014/main" id="{CA7D9CDE-A09F-D152-6D9D-B6F63CF21C0C}"/>
                  </a:ext>
                </a:extLst>
              </p:cNvPr>
              <p:cNvSpPr/>
              <p:nvPr/>
            </p:nvSpPr>
            <p:spPr>
              <a:xfrm>
                <a:off x="3385434" y="6223176"/>
                <a:ext cx="239898" cy="10416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44" name="Rectangle 43">
                <a:extLst>
                  <a:ext uri="{FF2B5EF4-FFF2-40B4-BE49-F238E27FC236}">
                    <a16:creationId xmlns:a16="http://schemas.microsoft.com/office/drawing/2014/main" id="{4D79ABBC-0515-34C4-83D6-8FF2FC0BFB8B}"/>
                  </a:ext>
                </a:extLst>
              </p:cNvPr>
              <p:cNvSpPr/>
              <p:nvPr/>
            </p:nvSpPr>
            <p:spPr>
              <a:xfrm>
                <a:off x="2619461" y="6447273"/>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45" name="Rectangle 44">
                <a:extLst>
                  <a:ext uri="{FF2B5EF4-FFF2-40B4-BE49-F238E27FC236}">
                    <a16:creationId xmlns:a16="http://schemas.microsoft.com/office/drawing/2014/main" id="{D73DF68E-8D07-8530-02D6-6CED1ECEE117}"/>
                  </a:ext>
                </a:extLst>
              </p:cNvPr>
              <p:cNvSpPr/>
              <p:nvPr/>
            </p:nvSpPr>
            <p:spPr>
              <a:xfrm>
                <a:off x="2871888" y="6447273"/>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47" name="Rectangle 46">
                <a:extLst>
                  <a:ext uri="{FF2B5EF4-FFF2-40B4-BE49-F238E27FC236}">
                    <a16:creationId xmlns:a16="http://schemas.microsoft.com/office/drawing/2014/main" id="{3E390E37-B1D6-7FF0-916C-B2B6618BEA21}"/>
                  </a:ext>
                </a:extLst>
              </p:cNvPr>
              <p:cNvSpPr/>
              <p:nvPr/>
            </p:nvSpPr>
            <p:spPr>
              <a:xfrm>
                <a:off x="3378902" y="6447273"/>
                <a:ext cx="239898" cy="10416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48" name="Rectangle 47">
                <a:extLst>
                  <a:ext uri="{FF2B5EF4-FFF2-40B4-BE49-F238E27FC236}">
                    <a16:creationId xmlns:a16="http://schemas.microsoft.com/office/drawing/2014/main" id="{4EA85B2B-BE7C-680D-7B3D-E6A7AE09A9B5}"/>
                  </a:ext>
                </a:extLst>
              </p:cNvPr>
              <p:cNvSpPr/>
              <p:nvPr/>
            </p:nvSpPr>
            <p:spPr>
              <a:xfrm>
                <a:off x="2619461" y="6666979"/>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49" name="Rectangle 48">
                <a:extLst>
                  <a:ext uri="{FF2B5EF4-FFF2-40B4-BE49-F238E27FC236}">
                    <a16:creationId xmlns:a16="http://schemas.microsoft.com/office/drawing/2014/main" id="{7C9E6AAB-011C-A0C3-4977-876E11C220A0}"/>
                  </a:ext>
                </a:extLst>
              </p:cNvPr>
              <p:cNvSpPr/>
              <p:nvPr/>
            </p:nvSpPr>
            <p:spPr>
              <a:xfrm>
                <a:off x="2871888" y="6666979"/>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51" name="Rectangle 50">
                <a:extLst>
                  <a:ext uri="{FF2B5EF4-FFF2-40B4-BE49-F238E27FC236}">
                    <a16:creationId xmlns:a16="http://schemas.microsoft.com/office/drawing/2014/main" id="{195151C1-2CCB-350B-5A55-DEBF74218A35}"/>
                  </a:ext>
                </a:extLst>
              </p:cNvPr>
              <p:cNvSpPr/>
              <p:nvPr/>
            </p:nvSpPr>
            <p:spPr>
              <a:xfrm>
                <a:off x="3378902" y="6666984"/>
                <a:ext cx="239898" cy="10416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52" name="Rectangle 51">
                <a:extLst>
                  <a:ext uri="{FF2B5EF4-FFF2-40B4-BE49-F238E27FC236}">
                    <a16:creationId xmlns:a16="http://schemas.microsoft.com/office/drawing/2014/main" id="{2A3DE019-63BE-A439-38D7-D66D998832BA}"/>
                  </a:ext>
                </a:extLst>
              </p:cNvPr>
              <p:cNvSpPr/>
              <p:nvPr/>
            </p:nvSpPr>
            <p:spPr>
              <a:xfrm>
                <a:off x="2622005" y="6900027"/>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53" name="Rectangle 52">
                <a:extLst>
                  <a:ext uri="{FF2B5EF4-FFF2-40B4-BE49-F238E27FC236}">
                    <a16:creationId xmlns:a16="http://schemas.microsoft.com/office/drawing/2014/main" id="{94A1514E-ECEF-F2BB-C008-6B3F9327B95F}"/>
                  </a:ext>
                </a:extLst>
              </p:cNvPr>
              <p:cNvSpPr/>
              <p:nvPr/>
            </p:nvSpPr>
            <p:spPr>
              <a:xfrm>
                <a:off x="2874432" y="6900027"/>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55" name="Rectangle 54">
                <a:extLst>
                  <a:ext uri="{FF2B5EF4-FFF2-40B4-BE49-F238E27FC236}">
                    <a16:creationId xmlns:a16="http://schemas.microsoft.com/office/drawing/2014/main" id="{35030EA8-50D0-A443-7058-D0770D6E4E1C}"/>
                  </a:ext>
                </a:extLst>
              </p:cNvPr>
              <p:cNvSpPr/>
              <p:nvPr/>
            </p:nvSpPr>
            <p:spPr>
              <a:xfrm>
                <a:off x="3381446" y="6896856"/>
                <a:ext cx="239898" cy="10416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56" name="Rectangle 55">
                <a:extLst>
                  <a:ext uri="{FF2B5EF4-FFF2-40B4-BE49-F238E27FC236}">
                    <a16:creationId xmlns:a16="http://schemas.microsoft.com/office/drawing/2014/main" id="{98990AC8-4384-D303-84EA-0C1BAB3AE782}"/>
                  </a:ext>
                </a:extLst>
              </p:cNvPr>
              <p:cNvSpPr/>
              <p:nvPr/>
            </p:nvSpPr>
            <p:spPr>
              <a:xfrm>
                <a:off x="2613041" y="5308050"/>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57" name="Rectangle 56">
                <a:extLst>
                  <a:ext uri="{FF2B5EF4-FFF2-40B4-BE49-F238E27FC236}">
                    <a16:creationId xmlns:a16="http://schemas.microsoft.com/office/drawing/2014/main" id="{5C672FD4-4AD0-8F28-037F-ECD1644483F4}"/>
                  </a:ext>
                </a:extLst>
              </p:cNvPr>
              <p:cNvSpPr/>
              <p:nvPr/>
            </p:nvSpPr>
            <p:spPr>
              <a:xfrm>
                <a:off x="2865467" y="5308050"/>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58" name="Rectangle 57">
                <a:extLst>
                  <a:ext uri="{FF2B5EF4-FFF2-40B4-BE49-F238E27FC236}">
                    <a16:creationId xmlns:a16="http://schemas.microsoft.com/office/drawing/2014/main" id="{701A8F16-CC09-CE18-7DDA-818E726C78A0}"/>
                  </a:ext>
                </a:extLst>
              </p:cNvPr>
              <p:cNvSpPr/>
              <p:nvPr/>
            </p:nvSpPr>
            <p:spPr>
              <a:xfrm>
                <a:off x="3118247" y="5308050"/>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59" name="Rectangle 58">
                <a:extLst>
                  <a:ext uri="{FF2B5EF4-FFF2-40B4-BE49-F238E27FC236}">
                    <a16:creationId xmlns:a16="http://schemas.microsoft.com/office/drawing/2014/main" id="{5C488E4D-DE08-92D7-17FE-F4B46CA25F33}"/>
                  </a:ext>
                </a:extLst>
              </p:cNvPr>
              <p:cNvSpPr/>
              <p:nvPr/>
            </p:nvSpPr>
            <p:spPr>
              <a:xfrm>
                <a:off x="3372482" y="5308050"/>
                <a:ext cx="239898" cy="10416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grpSp>
      </p:grpSp>
      <p:sp>
        <p:nvSpPr>
          <p:cNvPr id="10" name="Rectangle 9">
            <a:extLst>
              <a:ext uri="{FF2B5EF4-FFF2-40B4-BE49-F238E27FC236}">
                <a16:creationId xmlns:a16="http://schemas.microsoft.com/office/drawing/2014/main" id="{E34B9D7A-34E0-F919-D76A-38285092B19D}"/>
              </a:ext>
            </a:extLst>
          </p:cNvPr>
          <p:cNvSpPr/>
          <p:nvPr/>
        </p:nvSpPr>
        <p:spPr>
          <a:xfrm>
            <a:off x="1753285" y="6660913"/>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13" name="Rectangle 12">
            <a:extLst>
              <a:ext uri="{FF2B5EF4-FFF2-40B4-BE49-F238E27FC236}">
                <a16:creationId xmlns:a16="http://schemas.microsoft.com/office/drawing/2014/main" id="{0A451BF5-56B2-77FF-A63A-70071A01C4CA}"/>
              </a:ext>
            </a:extLst>
          </p:cNvPr>
          <p:cNvSpPr/>
          <p:nvPr/>
        </p:nvSpPr>
        <p:spPr>
          <a:xfrm>
            <a:off x="1744988" y="6888819"/>
            <a:ext cx="239898" cy="104167"/>
          </a:xfrm>
          <a:prstGeom prst="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14" name="Rectangle 13">
            <a:extLst>
              <a:ext uri="{FF2B5EF4-FFF2-40B4-BE49-F238E27FC236}">
                <a16:creationId xmlns:a16="http://schemas.microsoft.com/office/drawing/2014/main" id="{E1173E75-B22B-B183-5AF4-3984D181C5C3}"/>
              </a:ext>
            </a:extLst>
          </p:cNvPr>
          <p:cNvSpPr/>
          <p:nvPr/>
        </p:nvSpPr>
        <p:spPr>
          <a:xfrm>
            <a:off x="1746753" y="7105331"/>
            <a:ext cx="239898" cy="10416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
        <p:nvSpPr>
          <p:cNvPr id="60" name="Rectangle 59">
            <a:extLst>
              <a:ext uri="{FF2B5EF4-FFF2-40B4-BE49-F238E27FC236}">
                <a16:creationId xmlns:a16="http://schemas.microsoft.com/office/drawing/2014/main" id="{BEC6926A-1E78-9EB6-944E-507C8FF7AF9D}"/>
              </a:ext>
            </a:extLst>
          </p:cNvPr>
          <p:cNvSpPr/>
          <p:nvPr/>
        </p:nvSpPr>
        <p:spPr>
          <a:xfrm>
            <a:off x="1753285" y="7337314"/>
            <a:ext cx="239898" cy="10416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dirty="0">
              <a:solidFill>
                <a:srgbClr val="002060"/>
              </a:solidFill>
              <a:highlight>
                <a:srgbClr val="FFFF00"/>
              </a:highlight>
              <a:latin typeface="Daytona" panose="020B0604030500040204" pitchFamily="34" charset="0"/>
            </a:endParaRPr>
          </a:p>
        </p:txBody>
      </p:sp>
    </p:spTree>
    <p:extLst>
      <p:ext uri="{BB962C8B-B14F-4D97-AF65-F5344CB8AC3E}">
        <p14:creationId xmlns:p14="http://schemas.microsoft.com/office/powerpoint/2010/main" val="1344932474"/>
      </p:ext>
    </p:extLst>
  </p:cSld>
  <p:clrMapOvr>
    <a:masterClrMapping/>
  </p:clrMapOvr>
</p:sld>
</file>

<file path=ppt/theme/theme1.xml><?xml version="1.0" encoding="utf-8"?>
<a:theme xmlns:a="http://schemas.openxmlformats.org/drawingml/2006/main" name="Office Theme">
  <a:themeElements>
    <a:clrScheme name="6 step">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2568</TotalTime>
  <Words>590</Words>
  <Application>Microsoft Office PowerPoint</Application>
  <PresentationFormat>A4 Paper (210x297 mm)</PresentationFormat>
  <Paragraphs>97</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Daytona</vt:lpstr>
      <vt:lpstr>Georgia</vt:lpstr>
      <vt:lpstr>Wingdings</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SlideEgg</dc:creator>
  <cp:lastModifiedBy>Kadam, Vivek (Cognizant)</cp:lastModifiedBy>
  <cp:revision>20</cp:revision>
  <dcterms:created xsi:type="dcterms:W3CDTF">2021-10-01T10:33:41Z</dcterms:created>
  <dcterms:modified xsi:type="dcterms:W3CDTF">2026-02-04T04:56:31Z</dcterms:modified>
</cp:coreProperties>
</file>